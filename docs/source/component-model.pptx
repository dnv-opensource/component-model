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268" r:id="rId2"/>
    <p:sldId id="269" r:id="rId3"/>
    <p:sldId id="280" r:id="rId4"/>
    <p:sldId id="275" r:id="rId5"/>
    <p:sldId id="276" r:id="rId6"/>
    <p:sldId id="278" r:id="rId7"/>
    <p:sldId id="279" r:id="rId8"/>
    <p:sldId id="270" r:id="rId9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20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40" autoAdjust="0"/>
    <p:restoredTop sz="94660"/>
  </p:normalViewPr>
  <p:slideViewPr>
    <p:cSldViewPr snapToObjects="1" showGuides="1">
      <p:cViewPr varScale="1">
        <p:scale>
          <a:sx n="101" d="100"/>
          <a:sy n="101" d="100"/>
        </p:scale>
        <p:origin x="118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Objects="1" showGuides="1">
      <p:cViewPr varScale="1">
        <p:scale>
          <a:sx n="92" d="100"/>
          <a:sy n="92" d="100"/>
        </p:scale>
        <p:origin x="2610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8">
            <a:extLst>
              <a:ext uri="{FF2B5EF4-FFF2-40B4-BE49-F238E27FC236}">
                <a16:creationId xmlns:a16="http://schemas.microsoft.com/office/drawing/2014/main" id="{7CB7862F-FDFE-4CE4-A641-F1E84284026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4760535" y="8752305"/>
            <a:ext cx="1592595" cy="152702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800">
                <a:latin typeface="+mn-lt"/>
              </a:defRPr>
            </a:lvl1pPr>
          </a:lstStyle>
          <a:p>
            <a:fld id="{681EF29B-F0DE-4A5D-971E-F0D2D074F34E}" type="datetime4">
              <a:rPr lang="en-GB" smtClean="0"/>
              <a:t>30 May 2025</a:t>
            </a:fld>
            <a:endParaRPr lang="en-GB" sz="800" dirty="0"/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D9624864-B27E-4B59-BD9F-CF6E4178C50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760535" y="8570490"/>
            <a:ext cx="1592595" cy="152702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800">
                <a:latin typeface="+mn-lt"/>
              </a:defRPr>
            </a:lvl1pPr>
          </a:lstStyle>
          <a:p>
            <a:fld id="{A16CFAD1-D197-4A88-B173-A6412E995EE5}" type="slidenum">
              <a:rPr lang="en-GB" smtClean="0"/>
              <a:pPr/>
              <a:t>‹#›</a:t>
            </a:fld>
            <a:endParaRPr lang="en-GB" sz="800" dirty="0"/>
          </a:p>
        </p:txBody>
      </p:sp>
      <p:sp>
        <p:nvSpPr>
          <p:cNvPr id="8" name="Footer Placeholder 10">
            <a:extLst>
              <a:ext uri="{FF2B5EF4-FFF2-40B4-BE49-F238E27FC236}">
                <a16:creationId xmlns:a16="http://schemas.microsoft.com/office/drawing/2014/main" id="{3935AD34-C408-4EB3-AA44-EDC087E191F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446366" y="8752305"/>
            <a:ext cx="4308538" cy="152702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800">
                <a:latin typeface="+mn-lt"/>
              </a:defRPr>
            </a:lvl1pPr>
          </a:lstStyle>
          <a:p>
            <a:endParaRPr lang="en-GB" sz="800" dirty="0"/>
          </a:p>
        </p:txBody>
      </p:sp>
      <p:sp>
        <p:nvSpPr>
          <p:cNvPr id="9" name="Header Placeholder 12">
            <a:extLst>
              <a:ext uri="{FF2B5EF4-FFF2-40B4-BE49-F238E27FC236}">
                <a16:creationId xmlns:a16="http://schemas.microsoft.com/office/drawing/2014/main" id="{1BF2EE41-CFE8-437F-A002-558200137E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446366" y="8570490"/>
            <a:ext cx="4308538" cy="152702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800">
                <a:latin typeface="+mn-lt"/>
              </a:defRPr>
            </a:lvl1pPr>
          </a:lstStyle>
          <a:p>
            <a:endParaRPr lang="en-GB" sz="800" dirty="0"/>
          </a:p>
        </p:txBody>
      </p:sp>
      <p:grpSp>
        <p:nvGrpSpPr>
          <p:cNvPr id="10" name="Logo">
            <a:extLst>
              <a:ext uri="{FF2B5EF4-FFF2-40B4-BE49-F238E27FC236}">
                <a16:creationId xmlns:a16="http://schemas.microsoft.com/office/drawing/2014/main" id="{F131BA30-CA4C-4B3C-BAD8-233EFAD8F292}"/>
              </a:ext>
            </a:extLst>
          </p:cNvPr>
          <p:cNvGrpSpPr/>
          <p:nvPr/>
        </p:nvGrpSpPr>
        <p:grpSpPr>
          <a:xfrm>
            <a:off x="5615732" y="238993"/>
            <a:ext cx="755843" cy="322808"/>
            <a:chOff x="6380216" y="4059273"/>
            <a:chExt cx="2905863" cy="1241045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25C6FB2-F83B-4BF1-9578-6489988FA8EC}"/>
                </a:ext>
              </a:extLst>
            </p:cNvPr>
            <p:cNvSpPr/>
            <p:nvPr/>
          </p:nvSpPr>
          <p:spPr>
            <a:xfrm>
              <a:off x="6380216" y="4059273"/>
              <a:ext cx="2905863" cy="346936"/>
            </a:xfrm>
            <a:custGeom>
              <a:avLst/>
              <a:gdLst>
                <a:gd name="connsiteX0" fmla="*/ 0 w 2905863"/>
                <a:gd name="connsiteY0" fmla="*/ 0 h 346936"/>
                <a:gd name="connsiteX1" fmla="*/ 2905864 w 2905863"/>
                <a:gd name="connsiteY1" fmla="*/ 0 h 346936"/>
                <a:gd name="connsiteX2" fmla="*/ 2905864 w 2905863"/>
                <a:gd name="connsiteY2" fmla="*/ 346937 h 346936"/>
                <a:gd name="connsiteX3" fmla="*/ 0 w 2905863"/>
                <a:gd name="connsiteY3" fmla="*/ 346937 h 346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346936">
                  <a:moveTo>
                    <a:pt x="0" y="0"/>
                  </a:moveTo>
                  <a:lnTo>
                    <a:pt x="2905864" y="0"/>
                  </a:lnTo>
                  <a:lnTo>
                    <a:pt x="2905864" y="346937"/>
                  </a:lnTo>
                  <a:lnTo>
                    <a:pt x="0" y="346937"/>
                  </a:lnTo>
                  <a:close/>
                </a:path>
              </a:pathLst>
            </a:custGeom>
            <a:solidFill>
              <a:srgbClr val="99D9F0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2D3B574-3971-4C87-B602-DA0CF5429938}"/>
                </a:ext>
              </a:extLst>
            </p:cNvPr>
            <p:cNvSpPr/>
            <p:nvPr/>
          </p:nvSpPr>
          <p:spPr>
            <a:xfrm>
              <a:off x="6380216" y="4521775"/>
              <a:ext cx="2905863" cy="57854"/>
            </a:xfrm>
            <a:custGeom>
              <a:avLst/>
              <a:gdLst>
                <a:gd name="connsiteX0" fmla="*/ 0 w 2905863"/>
                <a:gd name="connsiteY0" fmla="*/ 0 h 57854"/>
                <a:gd name="connsiteX1" fmla="*/ 2905864 w 2905863"/>
                <a:gd name="connsiteY1" fmla="*/ 0 h 57854"/>
                <a:gd name="connsiteX2" fmla="*/ 2905864 w 2905863"/>
                <a:gd name="connsiteY2" fmla="*/ 57854 h 57854"/>
                <a:gd name="connsiteX3" fmla="*/ 0 w 2905863"/>
                <a:gd name="connsiteY3" fmla="*/ 57854 h 57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57854">
                  <a:moveTo>
                    <a:pt x="0" y="0"/>
                  </a:moveTo>
                  <a:lnTo>
                    <a:pt x="2905864" y="0"/>
                  </a:lnTo>
                  <a:lnTo>
                    <a:pt x="2905864" y="57854"/>
                  </a:lnTo>
                  <a:lnTo>
                    <a:pt x="0" y="57854"/>
                  </a:lnTo>
                  <a:close/>
                </a:path>
              </a:pathLst>
            </a:custGeom>
            <a:solidFill>
              <a:srgbClr val="3F9C35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1464B63-A19A-438D-8507-5B2CEEB29B6F}"/>
                </a:ext>
              </a:extLst>
            </p:cNvPr>
            <p:cNvSpPr/>
            <p:nvPr/>
          </p:nvSpPr>
          <p:spPr>
            <a:xfrm>
              <a:off x="6380216" y="4637294"/>
              <a:ext cx="2905863" cy="115566"/>
            </a:xfrm>
            <a:custGeom>
              <a:avLst/>
              <a:gdLst>
                <a:gd name="connsiteX0" fmla="*/ 0 w 2905863"/>
                <a:gd name="connsiteY0" fmla="*/ 0 h 115566"/>
                <a:gd name="connsiteX1" fmla="*/ 2905864 w 2905863"/>
                <a:gd name="connsiteY1" fmla="*/ 0 h 115566"/>
                <a:gd name="connsiteX2" fmla="*/ 2905864 w 2905863"/>
                <a:gd name="connsiteY2" fmla="*/ 115566 h 115566"/>
                <a:gd name="connsiteX3" fmla="*/ 0 w 2905863"/>
                <a:gd name="connsiteY3" fmla="*/ 115566 h 115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115566">
                  <a:moveTo>
                    <a:pt x="0" y="0"/>
                  </a:moveTo>
                  <a:lnTo>
                    <a:pt x="2905864" y="0"/>
                  </a:lnTo>
                  <a:lnTo>
                    <a:pt x="2905864" y="115566"/>
                  </a:lnTo>
                  <a:lnTo>
                    <a:pt x="0" y="115566"/>
                  </a:lnTo>
                  <a:close/>
                </a:path>
              </a:pathLst>
            </a:custGeom>
            <a:solidFill>
              <a:srgbClr val="003591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A514272-585B-4DD7-9889-D2AC8F80B3CA}"/>
                </a:ext>
              </a:extLst>
            </p:cNvPr>
            <p:cNvSpPr/>
            <p:nvPr/>
          </p:nvSpPr>
          <p:spPr>
            <a:xfrm>
              <a:off x="7833598" y="4927183"/>
              <a:ext cx="392545" cy="373134"/>
            </a:xfrm>
            <a:custGeom>
              <a:avLst/>
              <a:gdLst>
                <a:gd name="connsiteX0" fmla="*/ 303984 w 392545"/>
                <a:gd name="connsiteY0" fmla="*/ 19174 h 373134"/>
                <a:gd name="connsiteX1" fmla="*/ 201992 w 392545"/>
                <a:gd name="connsiteY1" fmla="*/ 0 h 373134"/>
                <a:gd name="connsiteX2" fmla="*/ 62173 w 392545"/>
                <a:gd name="connsiteY2" fmla="*/ 0 h 373134"/>
                <a:gd name="connsiteX3" fmla="*/ 27859 w 392545"/>
                <a:gd name="connsiteY3" fmla="*/ 0 h 373134"/>
                <a:gd name="connsiteX4" fmla="*/ 0 w 392545"/>
                <a:gd name="connsiteY4" fmla="*/ 0 h 373134"/>
                <a:gd name="connsiteX5" fmla="*/ 0 w 392545"/>
                <a:gd name="connsiteY5" fmla="*/ 373135 h 373134"/>
                <a:gd name="connsiteX6" fmla="*/ 27859 w 392545"/>
                <a:gd name="connsiteY6" fmla="*/ 373135 h 373134"/>
                <a:gd name="connsiteX7" fmla="*/ 62173 w 392545"/>
                <a:gd name="connsiteY7" fmla="*/ 373135 h 373134"/>
                <a:gd name="connsiteX8" fmla="*/ 201992 w 392545"/>
                <a:gd name="connsiteY8" fmla="*/ 373135 h 373134"/>
                <a:gd name="connsiteX9" fmla="*/ 303984 w 392545"/>
                <a:gd name="connsiteY9" fmla="*/ 353961 h 373134"/>
                <a:gd name="connsiteX10" fmla="*/ 369670 w 392545"/>
                <a:gd name="connsiteY10" fmla="*/ 296249 h 373134"/>
                <a:gd name="connsiteX11" fmla="*/ 392546 w 392545"/>
                <a:gd name="connsiteY11" fmla="*/ 199477 h 373134"/>
                <a:gd name="connsiteX12" fmla="*/ 392546 w 392545"/>
                <a:gd name="connsiteY12" fmla="*/ 173611 h 373134"/>
                <a:gd name="connsiteX13" fmla="*/ 369670 w 392545"/>
                <a:gd name="connsiteY13" fmla="*/ 76839 h 373134"/>
                <a:gd name="connsiteX14" fmla="*/ 303984 w 392545"/>
                <a:gd name="connsiteY14" fmla="*/ 19174 h 373134"/>
                <a:gd name="connsiteX15" fmla="*/ 331369 w 392545"/>
                <a:gd name="connsiteY15" fmla="*/ 197531 h 373134"/>
                <a:gd name="connsiteX16" fmla="*/ 299048 w 392545"/>
                <a:gd name="connsiteY16" fmla="*/ 287563 h 373134"/>
                <a:gd name="connsiteX17" fmla="*/ 202514 w 392545"/>
                <a:gd name="connsiteY17" fmla="*/ 316894 h 373134"/>
                <a:gd name="connsiteX18" fmla="*/ 62221 w 392545"/>
                <a:gd name="connsiteY18" fmla="*/ 316894 h 373134"/>
                <a:gd name="connsiteX19" fmla="*/ 62221 w 392545"/>
                <a:gd name="connsiteY19" fmla="*/ 56193 h 373134"/>
                <a:gd name="connsiteX20" fmla="*/ 202514 w 392545"/>
                <a:gd name="connsiteY20" fmla="*/ 56193 h 373134"/>
                <a:gd name="connsiteX21" fmla="*/ 299048 w 392545"/>
                <a:gd name="connsiteY21" fmla="*/ 84812 h 373134"/>
                <a:gd name="connsiteX22" fmla="*/ 331369 w 392545"/>
                <a:gd name="connsiteY22" fmla="*/ 175604 h 373134"/>
                <a:gd name="connsiteX23" fmla="*/ 331369 w 392545"/>
                <a:gd name="connsiteY23" fmla="*/ 197531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92545" h="373134">
                  <a:moveTo>
                    <a:pt x="303984" y="19174"/>
                  </a:moveTo>
                  <a:cubicBezTo>
                    <a:pt x="275461" y="6407"/>
                    <a:pt x="241479" y="0"/>
                    <a:pt x="201992" y="0"/>
                  </a:cubicBezTo>
                  <a:lnTo>
                    <a:pt x="62173" y="0"/>
                  </a:lnTo>
                  <a:lnTo>
                    <a:pt x="27859" y="0"/>
                  </a:lnTo>
                  <a:lnTo>
                    <a:pt x="0" y="0"/>
                  </a:lnTo>
                  <a:lnTo>
                    <a:pt x="0" y="373135"/>
                  </a:lnTo>
                  <a:lnTo>
                    <a:pt x="27859" y="373135"/>
                  </a:lnTo>
                  <a:lnTo>
                    <a:pt x="62173" y="373135"/>
                  </a:lnTo>
                  <a:lnTo>
                    <a:pt x="201992" y="373135"/>
                  </a:lnTo>
                  <a:cubicBezTo>
                    <a:pt x="241479" y="373135"/>
                    <a:pt x="275461" y="366728"/>
                    <a:pt x="303984" y="353961"/>
                  </a:cubicBezTo>
                  <a:cubicBezTo>
                    <a:pt x="332508" y="341194"/>
                    <a:pt x="354387" y="321972"/>
                    <a:pt x="369670" y="296249"/>
                  </a:cubicBezTo>
                  <a:cubicBezTo>
                    <a:pt x="384904" y="270525"/>
                    <a:pt x="392546" y="238299"/>
                    <a:pt x="392546" y="199477"/>
                  </a:cubicBezTo>
                  <a:lnTo>
                    <a:pt x="392546" y="173611"/>
                  </a:lnTo>
                  <a:cubicBezTo>
                    <a:pt x="392546" y="134788"/>
                    <a:pt x="384904" y="102562"/>
                    <a:pt x="369670" y="76839"/>
                  </a:cubicBezTo>
                  <a:cubicBezTo>
                    <a:pt x="354387" y="51162"/>
                    <a:pt x="332508" y="31941"/>
                    <a:pt x="303984" y="19174"/>
                  </a:cubicBezTo>
                  <a:close/>
                  <a:moveTo>
                    <a:pt x="331369" y="197531"/>
                  </a:moveTo>
                  <a:cubicBezTo>
                    <a:pt x="331369" y="238015"/>
                    <a:pt x="320596" y="268010"/>
                    <a:pt x="299048" y="287563"/>
                  </a:cubicBezTo>
                  <a:cubicBezTo>
                    <a:pt x="277502" y="307117"/>
                    <a:pt x="245323" y="316894"/>
                    <a:pt x="202514" y="316894"/>
                  </a:cubicBezTo>
                  <a:lnTo>
                    <a:pt x="62221" y="316894"/>
                  </a:lnTo>
                  <a:lnTo>
                    <a:pt x="62221" y="56193"/>
                  </a:lnTo>
                  <a:lnTo>
                    <a:pt x="202514" y="56193"/>
                  </a:lnTo>
                  <a:cubicBezTo>
                    <a:pt x="245323" y="56193"/>
                    <a:pt x="277454" y="65733"/>
                    <a:pt x="299048" y="84812"/>
                  </a:cubicBezTo>
                  <a:cubicBezTo>
                    <a:pt x="320596" y="103891"/>
                    <a:pt x="331369" y="134171"/>
                    <a:pt x="331369" y="175604"/>
                  </a:cubicBezTo>
                  <a:lnTo>
                    <a:pt x="331369" y="197531"/>
                  </a:lnTo>
                  <a:close/>
                </a:path>
              </a:pathLst>
            </a:custGeom>
            <a:solidFill>
              <a:srgbClr val="0F214A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1817243-274B-4667-95B7-949DA44CEC38}"/>
                </a:ext>
              </a:extLst>
            </p:cNvPr>
            <p:cNvSpPr/>
            <p:nvPr/>
          </p:nvSpPr>
          <p:spPr>
            <a:xfrm>
              <a:off x="8344036" y="4927183"/>
              <a:ext cx="410485" cy="373134"/>
            </a:xfrm>
            <a:custGeom>
              <a:avLst/>
              <a:gdLst>
                <a:gd name="connsiteX0" fmla="*/ 349262 w 410485"/>
                <a:gd name="connsiteY0" fmla="*/ 291598 h 373134"/>
                <a:gd name="connsiteX1" fmla="*/ 60702 w 410485"/>
                <a:gd name="connsiteY1" fmla="*/ 0 h 373134"/>
                <a:gd name="connsiteX2" fmla="*/ 26388 w 410485"/>
                <a:gd name="connsiteY2" fmla="*/ 0 h 373134"/>
                <a:gd name="connsiteX3" fmla="*/ 0 w 410485"/>
                <a:gd name="connsiteY3" fmla="*/ 0 h 373134"/>
                <a:gd name="connsiteX4" fmla="*/ 0 w 410485"/>
                <a:gd name="connsiteY4" fmla="*/ 373135 h 373134"/>
                <a:gd name="connsiteX5" fmla="*/ 60702 w 410485"/>
                <a:gd name="connsiteY5" fmla="*/ 373135 h 373134"/>
                <a:gd name="connsiteX6" fmla="*/ 60702 w 410485"/>
                <a:gd name="connsiteY6" fmla="*/ 81917 h 373134"/>
                <a:gd name="connsiteX7" fmla="*/ 349262 w 410485"/>
                <a:gd name="connsiteY7" fmla="*/ 373135 h 373134"/>
                <a:gd name="connsiteX8" fmla="*/ 410486 w 410485"/>
                <a:gd name="connsiteY8" fmla="*/ 373135 h 373134"/>
                <a:gd name="connsiteX9" fmla="*/ 410486 w 410485"/>
                <a:gd name="connsiteY9" fmla="*/ 0 h 373134"/>
                <a:gd name="connsiteX10" fmla="*/ 349262 w 410485"/>
                <a:gd name="connsiteY10" fmla="*/ 0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0485" h="373134">
                  <a:moveTo>
                    <a:pt x="349262" y="291598"/>
                  </a:moveTo>
                  <a:lnTo>
                    <a:pt x="60702" y="0"/>
                  </a:lnTo>
                  <a:lnTo>
                    <a:pt x="26388" y="0"/>
                  </a:lnTo>
                  <a:lnTo>
                    <a:pt x="0" y="0"/>
                  </a:lnTo>
                  <a:lnTo>
                    <a:pt x="0" y="373135"/>
                  </a:lnTo>
                  <a:lnTo>
                    <a:pt x="60702" y="373135"/>
                  </a:lnTo>
                  <a:lnTo>
                    <a:pt x="60702" y="81917"/>
                  </a:lnTo>
                  <a:lnTo>
                    <a:pt x="349262" y="373135"/>
                  </a:lnTo>
                  <a:lnTo>
                    <a:pt x="410486" y="373135"/>
                  </a:lnTo>
                  <a:lnTo>
                    <a:pt x="410486" y="0"/>
                  </a:lnTo>
                  <a:lnTo>
                    <a:pt x="349262" y="0"/>
                  </a:lnTo>
                  <a:close/>
                </a:path>
              </a:pathLst>
            </a:custGeom>
            <a:solidFill>
              <a:srgbClr val="0F214A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70A481D-11CB-4EA0-9689-E6D9992AC1CF}"/>
                </a:ext>
              </a:extLst>
            </p:cNvPr>
            <p:cNvSpPr/>
            <p:nvPr/>
          </p:nvSpPr>
          <p:spPr>
            <a:xfrm>
              <a:off x="8863965" y="4927183"/>
              <a:ext cx="421876" cy="373134"/>
            </a:xfrm>
            <a:custGeom>
              <a:avLst/>
              <a:gdLst>
                <a:gd name="connsiteX0" fmla="*/ 355716 w 421876"/>
                <a:gd name="connsiteY0" fmla="*/ 0 h 373134"/>
                <a:gd name="connsiteX1" fmla="*/ 212955 w 421876"/>
                <a:gd name="connsiteY1" fmla="*/ 291598 h 373134"/>
                <a:gd name="connsiteX2" fmla="*/ 70146 w 421876"/>
                <a:gd name="connsiteY2" fmla="*/ 0 h 373134"/>
                <a:gd name="connsiteX3" fmla="*/ 0 w 421876"/>
                <a:gd name="connsiteY3" fmla="*/ 0 h 373134"/>
                <a:gd name="connsiteX4" fmla="*/ 187042 w 421876"/>
                <a:gd name="connsiteY4" fmla="*/ 373135 h 373134"/>
                <a:gd name="connsiteX5" fmla="*/ 235309 w 421876"/>
                <a:gd name="connsiteY5" fmla="*/ 373135 h 373134"/>
                <a:gd name="connsiteX6" fmla="*/ 421876 w 421876"/>
                <a:gd name="connsiteY6" fmla="*/ 0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21876" h="373134">
                  <a:moveTo>
                    <a:pt x="355716" y="0"/>
                  </a:moveTo>
                  <a:lnTo>
                    <a:pt x="212955" y="291598"/>
                  </a:lnTo>
                  <a:lnTo>
                    <a:pt x="70146" y="0"/>
                  </a:lnTo>
                  <a:lnTo>
                    <a:pt x="0" y="0"/>
                  </a:lnTo>
                  <a:lnTo>
                    <a:pt x="187042" y="373135"/>
                  </a:lnTo>
                  <a:lnTo>
                    <a:pt x="235309" y="373135"/>
                  </a:lnTo>
                  <a:lnTo>
                    <a:pt x="421876" y="0"/>
                  </a:lnTo>
                  <a:close/>
                </a:path>
              </a:pathLst>
            </a:custGeom>
            <a:solidFill>
              <a:srgbClr val="0F214A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57143684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60000" y="685800"/>
            <a:ext cx="6138000" cy="3452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360000" y="4343400"/>
            <a:ext cx="6138000" cy="411480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Date Placeholder 8">
            <a:extLst>
              <a:ext uri="{FF2B5EF4-FFF2-40B4-BE49-F238E27FC236}">
                <a16:creationId xmlns:a16="http://schemas.microsoft.com/office/drawing/2014/main" id="{2BFA88E3-6CCC-4641-A98D-7398F6E1AE6C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4760535" y="8752305"/>
            <a:ext cx="1737465" cy="152702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800">
                <a:latin typeface="+mn-lt"/>
              </a:defRPr>
            </a:lvl1pPr>
          </a:lstStyle>
          <a:p>
            <a:fld id="{681EF29B-F0DE-4A5D-971E-F0D2D074F34E}" type="datetime4">
              <a:rPr lang="en-GB" smtClean="0"/>
              <a:t>30 May 2025</a:t>
            </a:fld>
            <a:endParaRPr lang="en-GB" sz="800" dirty="0"/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F3087DC9-C8CF-4A7D-A808-05173EBAB9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4760535" y="8570490"/>
            <a:ext cx="1737465" cy="152702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800">
                <a:latin typeface="+mn-lt"/>
              </a:defRPr>
            </a:lvl1pPr>
          </a:lstStyle>
          <a:p>
            <a:fld id="{A16CFAD1-D197-4A88-B173-A6412E995EE5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0" name="Footer Placeholder 10">
            <a:extLst>
              <a:ext uri="{FF2B5EF4-FFF2-40B4-BE49-F238E27FC236}">
                <a16:creationId xmlns:a16="http://schemas.microsoft.com/office/drawing/2014/main" id="{D3E5D5B4-5B5B-4A78-9FBF-121492410DA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353656" y="8752305"/>
            <a:ext cx="4401248" cy="152702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800">
                <a:latin typeface="+mn-lt"/>
              </a:defRPr>
            </a:lvl1pPr>
          </a:lstStyle>
          <a:p>
            <a:endParaRPr lang="en-GB" sz="800"/>
          </a:p>
        </p:txBody>
      </p:sp>
      <p:sp>
        <p:nvSpPr>
          <p:cNvPr id="11" name="Header Placeholder 12">
            <a:extLst>
              <a:ext uri="{FF2B5EF4-FFF2-40B4-BE49-F238E27FC236}">
                <a16:creationId xmlns:a16="http://schemas.microsoft.com/office/drawing/2014/main" id="{AB4E7CF5-96AC-4C46-8B0F-AA454984BAC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353656" y="8570490"/>
            <a:ext cx="4401248" cy="152702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800">
                <a:latin typeface="+mn-lt"/>
              </a:defRPr>
            </a:lvl1pPr>
          </a:lstStyle>
          <a:p>
            <a:endParaRPr lang="en-GB" sz="800" dirty="0"/>
          </a:p>
        </p:txBody>
      </p:sp>
    </p:spTree>
    <p:extLst>
      <p:ext uri="{BB962C8B-B14F-4D97-AF65-F5344CB8AC3E}">
        <p14:creationId xmlns:p14="http://schemas.microsoft.com/office/powerpoint/2010/main" val="33048784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180000" indent="-180000" algn="l" defTabSz="914400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360000" indent="-180000" algn="l" defTabSz="914400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360000" indent="-180000" algn="l" defTabSz="914400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360000" indent="-180000" algn="l" defTabSz="914400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60363" y="685800"/>
            <a:ext cx="6137275" cy="345281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6CFAD1-D197-4A88-B173-A6412E995EE5}" type="slidenum">
              <a:rPr lang="en-GB" smtClean="0"/>
              <a:pPr/>
              <a:t>1</a:t>
            </a:fld>
            <a:endParaRPr lang="en-GB" sz="800" dirty="0"/>
          </a:p>
        </p:txBody>
      </p:sp>
    </p:spTree>
    <p:extLst>
      <p:ext uri="{BB962C8B-B14F-4D97-AF65-F5344CB8AC3E}">
        <p14:creationId xmlns:p14="http://schemas.microsoft.com/office/powerpoint/2010/main" val="6803803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60363" y="685800"/>
            <a:ext cx="6137275" cy="345281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6CFAD1-D197-4A88-B173-A6412E995EE5}" type="slidenum">
              <a:rPr lang="en-GB" smtClean="0"/>
              <a:pPr/>
              <a:t>2</a:t>
            </a:fld>
            <a:endParaRPr lang="en-GB" sz="800" dirty="0"/>
          </a:p>
        </p:txBody>
      </p:sp>
    </p:spTree>
    <p:extLst>
      <p:ext uri="{BB962C8B-B14F-4D97-AF65-F5344CB8AC3E}">
        <p14:creationId xmlns:p14="http://schemas.microsoft.com/office/powerpoint/2010/main" val="39320770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60363" y="685800"/>
            <a:ext cx="6137275" cy="345281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6CFAD1-D197-4A88-B173-A6412E995EE5}" type="slidenum">
              <a:rPr lang="en-GB" smtClean="0"/>
              <a:pPr/>
              <a:t>4</a:t>
            </a:fld>
            <a:endParaRPr lang="en-GB" sz="800"/>
          </a:p>
        </p:txBody>
      </p:sp>
    </p:spTree>
    <p:extLst>
      <p:ext uri="{BB962C8B-B14F-4D97-AF65-F5344CB8AC3E}">
        <p14:creationId xmlns:p14="http://schemas.microsoft.com/office/powerpoint/2010/main" val="40089231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60363" y="685800"/>
            <a:ext cx="6137275" cy="345281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6CFAD1-D197-4A88-B173-A6412E995EE5}" type="slidenum">
              <a:rPr lang="en-GB" smtClean="0"/>
              <a:pPr/>
              <a:t>5</a:t>
            </a:fld>
            <a:endParaRPr lang="en-GB" sz="800"/>
          </a:p>
        </p:txBody>
      </p:sp>
    </p:spTree>
    <p:extLst>
      <p:ext uri="{BB962C8B-B14F-4D97-AF65-F5344CB8AC3E}">
        <p14:creationId xmlns:p14="http://schemas.microsoft.com/office/powerpoint/2010/main" val="28068979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60363" y="685800"/>
            <a:ext cx="6137275" cy="345281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6CFAD1-D197-4A88-B173-A6412E995EE5}" type="slidenum">
              <a:rPr lang="en-GB" smtClean="0"/>
              <a:pPr/>
              <a:t>6</a:t>
            </a:fld>
            <a:endParaRPr lang="en-GB" sz="800"/>
          </a:p>
        </p:txBody>
      </p:sp>
    </p:spTree>
    <p:extLst>
      <p:ext uri="{BB962C8B-B14F-4D97-AF65-F5344CB8AC3E}">
        <p14:creationId xmlns:p14="http://schemas.microsoft.com/office/powerpoint/2010/main" val="4571509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60363" y="685800"/>
            <a:ext cx="6137275" cy="345281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6CFAD1-D197-4A88-B173-A6412E995EE5}" type="slidenum">
              <a:rPr lang="en-GB" smtClean="0"/>
              <a:pPr/>
              <a:t>7</a:t>
            </a:fld>
            <a:endParaRPr lang="en-GB" sz="800"/>
          </a:p>
        </p:txBody>
      </p:sp>
    </p:spTree>
    <p:extLst>
      <p:ext uri="{BB962C8B-B14F-4D97-AF65-F5344CB8AC3E}">
        <p14:creationId xmlns:p14="http://schemas.microsoft.com/office/powerpoint/2010/main" val="26300578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60363" y="685800"/>
            <a:ext cx="6137275" cy="345281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6CFAD1-D197-4A88-B173-A6412E995EE5}" type="slidenum">
              <a:rPr lang="en-GB" smtClean="0"/>
              <a:pPr/>
              <a:t>8</a:t>
            </a:fld>
            <a:endParaRPr lang="en-GB" sz="800" dirty="0"/>
          </a:p>
        </p:txBody>
      </p:sp>
    </p:spTree>
    <p:extLst>
      <p:ext uri="{BB962C8B-B14F-4D97-AF65-F5344CB8AC3E}">
        <p14:creationId xmlns:p14="http://schemas.microsoft.com/office/powerpoint/2010/main" val="22378922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9.sv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10.jpg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raphic 27">
            <a:extLst>
              <a:ext uri="{FF2B5EF4-FFF2-40B4-BE49-F238E27FC236}">
                <a16:creationId xmlns:a16="http://schemas.microsoft.com/office/drawing/2014/main" id="{5AD30D56-7424-4830-ABBC-E1CCEDA7A2D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29922" r="24420" b="6742"/>
          <a:stretch>
            <a:fillRect/>
          </a:stretch>
        </p:blipFill>
        <p:spPr>
          <a:xfrm>
            <a:off x="3600000" y="0"/>
            <a:ext cx="8592000" cy="6858000"/>
          </a:xfrm>
          <a:custGeom>
            <a:avLst/>
            <a:gdLst>
              <a:gd name="connsiteX0" fmla="*/ 0 w 8592000"/>
              <a:gd name="connsiteY0" fmla="*/ 0 h 6858000"/>
              <a:gd name="connsiteX1" fmla="*/ 8592000 w 8592000"/>
              <a:gd name="connsiteY1" fmla="*/ 0 h 6858000"/>
              <a:gd name="connsiteX2" fmla="*/ 8592000 w 8592000"/>
              <a:gd name="connsiteY2" fmla="*/ 6858000 h 6858000"/>
              <a:gd name="connsiteX3" fmla="*/ 0 w 8592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592000" h="6858000">
                <a:moveTo>
                  <a:pt x="0" y="0"/>
                </a:moveTo>
                <a:lnTo>
                  <a:pt x="8592000" y="0"/>
                </a:lnTo>
                <a:lnTo>
                  <a:pt x="8592000" y="6858000"/>
                </a:lnTo>
                <a:lnTo>
                  <a:pt x="0" y="6858000"/>
                </a:lnTo>
                <a:close/>
              </a:path>
            </a:pathLst>
          </a:custGeom>
        </p:spPr>
      </p:pic>
      <p:grpSp>
        <p:nvGrpSpPr>
          <p:cNvPr id="21" name="Logo">
            <a:extLst>
              <a:ext uri="{FF2B5EF4-FFF2-40B4-BE49-F238E27FC236}">
                <a16:creationId xmlns:a16="http://schemas.microsoft.com/office/drawing/2014/main" id="{1E1CB065-BC3E-419D-8CD5-6001359B1AF9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39751" y="540001"/>
            <a:ext cx="1702800" cy="727237"/>
            <a:chOff x="6380216" y="4059273"/>
            <a:chExt cx="2905863" cy="1241045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60EF3EE0-04F6-4F0F-9C30-138E10130D0D}"/>
                </a:ext>
              </a:extLst>
            </p:cNvPr>
            <p:cNvSpPr/>
            <p:nvPr/>
          </p:nvSpPr>
          <p:spPr>
            <a:xfrm>
              <a:off x="6380216" y="4059273"/>
              <a:ext cx="2905863" cy="346936"/>
            </a:xfrm>
            <a:custGeom>
              <a:avLst/>
              <a:gdLst>
                <a:gd name="connsiteX0" fmla="*/ 0 w 2905863"/>
                <a:gd name="connsiteY0" fmla="*/ 0 h 346936"/>
                <a:gd name="connsiteX1" fmla="*/ 2905864 w 2905863"/>
                <a:gd name="connsiteY1" fmla="*/ 0 h 346936"/>
                <a:gd name="connsiteX2" fmla="*/ 2905864 w 2905863"/>
                <a:gd name="connsiteY2" fmla="*/ 346937 h 346936"/>
                <a:gd name="connsiteX3" fmla="*/ 0 w 2905863"/>
                <a:gd name="connsiteY3" fmla="*/ 346937 h 346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346936">
                  <a:moveTo>
                    <a:pt x="0" y="0"/>
                  </a:moveTo>
                  <a:lnTo>
                    <a:pt x="2905864" y="0"/>
                  </a:lnTo>
                  <a:lnTo>
                    <a:pt x="2905864" y="346937"/>
                  </a:lnTo>
                  <a:lnTo>
                    <a:pt x="0" y="346937"/>
                  </a:lnTo>
                  <a:close/>
                </a:path>
              </a:pathLst>
            </a:custGeom>
            <a:solidFill>
              <a:srgbClr val="99D9F0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9F265DC-74E8-4BFF-92A1-092ADEFABD8A}"/>
                </a:ext>
              </a:extLst>
            </p:cNvPr>
            <p:cNvSpPr/>
            <p:nvPr/>
          </p:nvSpPr>
          <p:spPr>
            <a:xfrm>
              <a:off x="6380216" y="4521775"/>
              <a:ext cx="2905863" cy="57854"/>
            </a:xfrm>
            <a:custGeom>
              <a:avLst/>
              <a:gdLst>
                <a:gd name="connsiteX0" fmla="*/ 0 w 2905863"/>
                <a:gd name="connsiteY0" fmla="*/ 0 h 57854"/>
                <a:gd name="connsiteX1" fmla="*/ 2905864 w 2905863"/>
                <a:gd name="connsiteY1" fmla="*/ 0 h 57854"/>
                <a:gd name="connsiteX2" fmla="*/ 2905864 w 2905863"/>
                <a:gd name="connsiteY2" fmla="*/ 57854 h 57854"/>
                <a:gd name="connsiteX3" fmla="*/ 0 w 2905863"/>
                <a:gd name="connsiteY3" fmla="*/ 57854 h 57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57854">
                  <a:moveTo>
                    <a:pt x="0" y="0"/>
                  </a:moveTo>
                  <a:lnTo>
                    <a:pt x="2905864" y="0"/>
                  </a:lnTo>
                  <a:lnTo>
                    <a:pt x="2905864" y="57854"/>
                  </a:lnTo>
                  <a:lnTo>
                    <a:pt x="0" y="57854"/>
                  </a:lnTo>
                  <a:close/>
                </a:path>
              </a:pathLst>
            </a:custGeom>
            <a:solidFill>
              <a:srgbClr val="3F9C35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39C07ABC-F814-4A0D-B933-8FF8308531B7}"/>
                </a:ext>
              </a:extLst>
            </p:cNvPr>
            <p:cNvSpPr/>
            <p:nvPr/>
          </p:nvSpPr>
          <p:spPr>
            <a:xfrm>
              <a:off x="6380216" y="4637294"/>
              <a:ext cx="2905863" cy="115566"/>
            </a:xfrm>
            <a:custGeom>
              <a:avLst/>
              <a:gdLst>
                <a:gd name="connsiteX0" fmla="*/ 0 w 2905863"/>
                <a:gd name="connsiteY0" fmla="*/ 0 h 115566"/>
                <a:gd name="connsiteX1" fmla="*/ 2905864 w 2905863"/>
                <a:gd name="connsiteY1" fmla="*/ 0 h 115566"/>
                <a:gd name="connsiteX2" fmla="*/ 2905864 w 2905863"/>
                <a:gd name="connsiteY2" fmla="*/ 115566 h 115566"/>
                <a:gd name="connsiteX3" fmla="*/ 0 w 2905863"/>
                <a:gd name="connsiteY3" fmla="*/ 115566 h 115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115566">
                  <a:moveTo>
                    <a:pt x="0" y="0"/>
                  </a:moveTo>
                  <a:lnTo>
                    <a:pt x="2905864" y="0"/>
                  </a:lnTo>
                  <a:lnTo>
                    <a:pt x="2905864" y="115566"/>
                  </a:lnTo>
                  <a:lnTo>
                    <a:pt x="0" y="115566"/>
                  </a:lnTo>
                  <a:close/>
                </a:path>
              </a:pathLst>
            </a:custGeom>
            <a:solidFill>
              <a:srgbClr val="003591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0C74A0EA-43E9-4563-A55A-F825A81DC14D}"/>
                </a:ext>
              </a:extLst>
            </p:cNvPr>
            <p:cNvSpPr/>
            <p:nvPr/>
          </p:nvSpPr>
          <p:spPr>
            <a:xfrm>
              <a:off x="7833598" y="4927183"/>
              <a:ext cx="392545" cy="373134"/>
            </a:xfrm>
            <a:custGeom>
              <a:avLst/>
              <a:gdLst>
                <a:gd name="connsiteX0" fmla="*/ 303984 w 392545"/>
                <a:gd name="connsiteY0" fmla="*/ 19174 h 373134"/>
                <a:gd name="connsiteX1" fmla="*/ 201992 w 392545"/>
                <a:gd name="connsiteY1" fmla="*/ 0 h 373134"/>
                <a:gd name="connsiteX2" fmla="*/ 62173 w 392545"/>
                <a:gd name="connsiteY2" fmla="*/ 0 h 373134"/>
                <a:gd name="connsiteX3" fmla="*/ 27859 w 392545"/>
                <a:gd name="connsiteY3" fmla="*/ 0 h 373134"/>
                <a:gd name="connsiteX4" fmla="*/ 0 w 392545"/>
                <a:gd name="connsiteY4" fmla="*/ 0 h 373134"/>
                <a:gd name="connsiteX5" fmla="*/ 0 w 392545"/>
                <a:gd name="connsiteY5" fmla="*/ 373135 h 373134"/>
                <a:gd name="connsiteX6" fmla="*/ 27859 w 392545"/>
                <a:gd name="connsiteY6" fmla="*/ 373135 h 373134"/>
                <a:gd name="connsiteX7" fmla="*/ 62173 w 392545"/>
                <a:gd name="connsiteY7" fmla="*/ 373135 h 373134"/>
                <a:gd name="connsiteX8" fmla="*/ 201992 w 392545"/>
                <a:gd name="connsiteY8" fmla="*/ 373135 h 373134"/>
                <a:gd name="connsiteX9" fmla="*/ 303984 w 392545"/>
                <a:gd name="connsiteY9" fmla="*/ 353961 h 373134"/>
                <a:gd name="connsiteX10" fmla="*/ 369670 w 392545"/>
                <a:gd name="connsiteY10" fmla="*/ 296249 h 373134"/>
                <a:gd name="connsiteX11" fmla="*/ 392546 w 392545"/>
                <a:gd name="connsiteY11" fmla="*/ 199477 h 373134"/>
                <a:gd name="connsiteX12" fmla="*/ 392546 w 392545"/>
                <a:gd name="connsiteY12" fmla="*/ 173611 h 373134"/>
                <a:gd name="connsiteX13" fmla="*/ 369670 w 392545"/>
                <a:gd name="connsiteY13" fmla="*/ 76839 h 373134"/>
                <a:gd name="connsiteX14" fmla="*/ 303984 w 392545"/>
                <a:gd name="connsiteY14" fmla="*/ 19174 h 373134"/>
                <a:gd name="connsiteX15" fmla="*/ 331369 w 392545"/>
                <a:gd name="connsiteY15" fmla="*/ 197531 h 373134"/>
                <a:gd name="connsiteX16" fmla="*/ 299048 w 392545"/>
                <a:gd name="connsiteY16" fmla="*/ 287563 h 373134"/>
                <a:gd name="connsiteX17" fmla="*/ 202514 w 392545"/>
                <a:gd name="connsiteY17" fmla="*/ 316894 h 373134"/>
                <a:gd name="connsiteX18" fmla="*/ 62221 w 392545"/>
                <a:gd name="connsiteY18" fmla="*/ 316894 h 373134"/>
                <a:gd name="connsiteX19" fmla="*/ 62221 w 392545"/>
                <a:gd name="connsiteY19" fmla="*/ 56193 h 373134"/>
                <a:gd name="connsiteX20" fmla="*/ 202514 w 392545"/>
                <a:gd name="connsiteY20" fmla="*/ 56193 h 373134"/>
                <a:gd name="connsiteX21" fmla="*/ 299048 w 392545"/>
                <a:gd name="connsiteY21" fmla="*/ 84812 h 373134"/>
                <a:gd name="connsiteX22" fmla="*/ 331369 w 392545"/>
                <a:gd name="connsiteY22" fmla="*/ 175604 h 373134"/>
                <a:gd name="connsiteX23" fmla="*/ 331369 w 392545"/>
                <a:gd name="connsiteY23" fmla="*/ 197531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92545" h="373134">
                  <a:moveTo>
                    <a:pt x="303984" y="19174"/>
                  </a:moveTo>
                  <a:cubicBezTo>
                    <a:pt x="275461" y="6407"/>
                    <a:pt x="241479" y="0"/>
                    <a:pt x="201992" y="0"/>
                  </a:cubicBezTo>
                  <a:lnTo>
                    <a:pt x="62173" y="0"/>
                  </a:lnTo>
                  <a:lnTo>
                    <a:pt x="27859" y="0"/>
                  </a:lnTo>
                  <a:lnTo>
                    <a:pt x="0" y="0"/>
                  </a:lnTo>
                  <a:lnTo>
                    <a:pt x="0" y="373135"/>
                  </a:lnTo>
                  <a:lnTo>
                    <a:pt x="27859" y="373135"/>
                  </a:lnTo>
                  <a:lnTo>
                    <a:pt x="62173" y="373135"/>
                  </a:lnTo>
                  <a:lnTo>
                    <a:pt x="201992" y="373135"/>
                  </a:lnTo>
                  <a:cubicBezTo>
                    <a:pt x="241479" y="373135"/>
                    <a:pt x="275461" y="366728"/>
                    <a:pt x="303984" y="353961"/>
                  </a:cubicBezTo>
                  <a:cubicBezTo>
                    <a:pt x="332508" y="341194"/>
                    <a:pt x="354387" y="321972"/>
                    <a:pt x="369670" y="296249"/>
                  </a:cubicBezTo>
                  <a:cubicBezTo>
                    <a:pt x="384904" y="270525"/>
                    <a:pt x="392546" y="238299"/>
                    <a:pt x="392546" y="199477"/>
                  </a:cubicBezTo>
                  <a:lnTo>
                    <a:pt x="392546" y="173611"/>
                  </a:lnTo>
                  <a:cubicBezTo>
                    <a:pt x="392546" y="134788"/>
                    <a:pt x="384904" y="102562"/>
                    <a:pt x="369670" y="76839"/>
                  </a:cubicBezTo>
                  <a:cubicBezTo>
                    <a:pt x="354387" y="51162"/>
                    <a:pt x="332508" y="31941"/>
                    <a:pt x="303984" y="19174"/>
                  </a:cubicBezTo>
                  <a:close/>
                  <a:moveTo>
                    <a:pt x="331369" y="197531"/>
                  </a:moveTo>
                  <a:cubicBezTo>
                    <a:pt x="331369" y="238015"/>
                    <a:pt x="320596" y="268010"/>
                    <a:pt x="299048" y="287563"/>
                  </a:cubicBezTo>
                  <a:cubicBezTo>
                    <a:pt x="277502" y="307117"/>
                    <a:pt x="245323" y="316894"/>
                    <a:pt x="202514" y="316894"/>
                  </a:cubicBezTo>
                  <a:lnTo>
                    <a:pt x="62221" y="316894"/>
                  </a:lnTo>
                  <a:lnTo>
                    <a:pt x="62221" y="56193"/>
                  </a:lnTo>
                  <a:lnTo>
                    <a:pt x="202514" y="56193"/>
                  </a:lnTo>
                  <a:cubicBezTo>
                    <a:pt x="245323" y="56193"/>
                    <a:pt x="277454" y="65733"/>
                    <a:pt x="299048" y="84812"/>
                  </a:cubicBezTo>
                  <a:cubicBezTo>
                    <a:pt x="320596" y="103891"/>
                    <a:pt x="331369" y="134171"/>
                    <a:pt x="331369" y="175604"/>
                  </a:cubicBezTo>
                  <a:lnTo>
                    <a:pt x="331369" y="197531"/>
                  </a:lnTo>
                  <a:close/>
                </a:path>
              </a:pathLst>
            </a:custGeom>
            <a:solidFill>
              <a:srgbClr val="0F214A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08704FAE-A924-4ACA-BF5E-2A8B00053817}"/>
                </a:ext>
              </a:extLst>
            </p:cNvPr>
            <p:cNvSpPr/>
            <p:nvPr/>
          </p:nvSpPr>
          <p:spPr>
            <a:xfrm>
              <a:off x="8344036" y="4927183"/>
              <a:ext cx="410485" cy="373134"/>
            </a:xfrm>
            <a:custGeom>
              <a:avLst/>
              <a:gdLst>
                <a:gd name="connsiteX0" fmla="*/ 349262 w 410485"/>
                <a:gd name="connsiteY0" fmla="*/ 291598 h 373134"/>
                <a:gd name="connsiteX1" fmla="*/ 60702 w 410485"/>
                <a:gd name="connsiteY1" fmla="*/ 0 h 373134"/>
                <a:gd name="connsiteX2" fmla="*/ 26388 w 410485"/>
                <a:gd name="connsiteY2" fmla="*/ 0 h 373134"/>
                <a:gd name="connsiteX3" fmla="*/ 0 w 410485"/>
                <a:gd name="connsiteY3" fmla="*/ 0 h 373134"/>
                <a:gd name="connsiteX4" fmla="*/ 0 w 410485"/>
                <a:gd name="connsiteY4" fmla="*/ 373135 h 373134"/>
                <a:gd name="connsiteX5" fmla="*/ 60702 w 410485"/>
                <a:gd name="connsiteY5" fmla="*/ 373135 h 373134"/>
                <a:gd name="connsiteX6" fmla="*/ 60702 w 410485"/>
                <a:gd name="connsiteY6" fmla="*/ 81917 h 373134"/>
                <a:gd name="connsiteX7" fmla="*/ 349262 w 410485"/>
                <a:gd name="connsiteY7" fmla="*/ 373135 h 373134"/>
                <a:gd name="connsiteX8" fmla="*/ 410486 w 410485"/>
                <a:gd name="connsiteY8" fmla="*/ 373135 h 373134"/>
                <a:gd name="connsiteX9" fmla="*/ 410486 w 410485"/>
                <a:gd name="connsiteY9" fmla="*/ 0 h 373134"/>
                <a:gd name="connsiteX10" fmla="*/ 349262 w 410485"/>
                <a:gd name="connsiteY10" fmla="*/ 0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0485" h="373134">
                  <a:moveTo>
                    <a:pt x="349262" y="291598"/>
                  </a:moveTo>
                  <a:lnTo>
                    <a:pt x="60702" y="0"/>
                  </a:lnTo>
                  <a:lnTo>
                    <a:pt x="26388" y="0"/>
                  </a:lnTo>
                  <a:lnTo>
                    <a:pt x="0" y="0"/>
                  </a:lnTo>
                  <a:lnTo>
                    <a:pt x="0" y="373135"/>
                  </a:lnTo>
                  <a:lnTo>
                    <a:pt x="60702" y="373135"/>
                  </a:lnTo>
                  <a:lnTo>
                    <a:pt x="60702" y="81917"/>
                  </a:lnTo>
                  <a:lnTo>
                    <a:pt x="349262" y="373135"/>
                  </a:lnTo>
                  <a:lnTo>
                    <a:pt x="410486" y="373135"/>
                  </a:lnTo>
                  <a:lnTo>
                    <a:pt x="410486" y="0"/>
                  </a:lnTo>
                  <a:lnTo>
                    <a:pt x="349262" y="0"/>
                  </a:lnTo>
                  <a:close/>
                </a:path>
              </a:pathLst>
            </a:custGeom>
            <a:solidFill>
              <a:srgbClr val="0F214A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44A7CF80-4160-43E8-868F-65E74933C8A6}"/>
                </a:ext>
              </a:extLst>
            </p:cNvPr>
            <p:cNvSpPr/>
            <p:nvPr/>
          </p:nvSpPr>
          <p:spPr>
            <a:xfrm>
              <a:off x="8863965" y="4927183"/>
              <a:ext cx="421876" cy="373134"/>
            </a:xfrm>
            <a:custGeom>
              <a:avLst/>
              <a:gdLst>
                <a:gd name="connsiteX0" fmla="*/ 355716 w 421876"/>
                <a:gd name="connsiteY0" fmla="*/ 0 h 373134"/>
                <a:gd name="connsiteX1" fmla="*/ 212955 w 421876"/>
                <a:gd name="connsiteY1" fmla="*/ 291598 h 373134"/>
                <a:gd name="connsiteX2" fmla="*/ 70146 w 421876"/>
                <a:gd name="connsiteY2" fmla="*/ 0 h 373134"/>
                <a:gd name="connsiteX3" fmla="*/ 0 w 421876"/>
                <a:gd name="connsiteY3" fmla="*/ 0 h 373134"/>
                <a:gd name="connsiteX4" fmla="*/ 187042 w 421876"/>
                <a:gd name="connsiteY4" fmla="*/ 373135 h 373134"/>
                <a:gd name="connsiteX5" fmla="*/ 235309 w 421876"/>
                <a:gd name="connsiteY5" fmla="*/ 373135 h 373134"/>
                <a:gd name="connsiteX6" fmla="*/ 421876 w 421876"/>
                <a:gd name="connsiteY6" fmla="*/ 0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21876" h="373134">
                  <a:moveTo>
                    <a:pt x="355716" y="0"/>
                  </a:moveTo>
                  <a:lnTo>
                    <a:pt x="212955" y="291598"/>
                  </a:lnTo>
                  <a:lnTo>
                    <a:pt x="70146" y="0"/>
                  </a:lnTo>
                  <a:lnTo>
                    <a:pt x="0" y="0"/>
                  </a:lnTo>
                  <a:lnTo>
                    <a:pt x="187042" y="373135"/>
                  </a:lnTo>
                  <a:lnTo>
                    <a:pt x="235309" y="373135"/>
                  </a:lnTo>
                  <a:lnTo>
                    <a:pt x="421876" y="0"/>
                  </a:lnTo>
                  <a:close/>
                </a:path>
              </a:pathLst>
            </a:custGeom>
            <a:solidFill>
              <a:srgbClr val="0F214A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pic>
        <p:nvPicPr>
          <p:cNvPr id="27" name="TAGLINE 60Black">
            <a:extLst>
              <a:ext uri="{FF2B5EF4-FFF2-40B4-BE49-F238E27FC236}">
                <a16:creationId xmlns:a16="http://schemas.microsoft.com/office/drawing/2014/main" id="{3A5FFB45-3585-4395-809E-0CF65EFB70E4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948863" y="539750"/>
            <a:ext cx="1703386" cy="11068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751" y="1730375"/>
            <a:ext cx="8290798" cy="2985625"/>
          </a:xfrm>
        </p:spPr>
        <p:txBody>
          <a:bodyPr anchor="b" anchorCtr="0">
            <a:noAutofit/>
          </a:bodyPr>
          <a:lstStyle>
            <a:lvl1pPr>
              <a:lnSpc>
                <a:spcPct val="83000"/>
              </a:lnSpc>
              <a:defRPr sz="6000"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add title</a:t>
            </a:r>
            <a:endParaRPr lang="en-GB" dirty="0"/>
          </a:p>
        </p:txBody>
      </p:sp>
      <p:sp>
        <p:nvSpPr>
          <p:cNvPr id="31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40000" y="4946400"/>
            <a:ext cx="8290798" cy="648072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83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add subtitle</a:t>
            </a:r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2D590D-63DF-49A5-B495-2B2E9EA7D2A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39748" y="5768975"/>
            <a:ext cx="8291049" cy="277813"/>
          </a:xfrm>
        </p:spPr>
        <p:txBody>
          <a:bodyPr anchor="b" anchorCtr="0"/>
          <a:lstStyle>
            <a:lvl1pPr marL="0" indent="0">
              <a:lnSpc>
                <a:spcPct val="83000"/>
              </a:lnSpc>
              <a:spcBef>
                <a:spcPts val="0"/>
              </a:spcBef>
              <a:buNone/>
              <a:tabLst/>
              <a:defRPr sz="1400" b="0"/>
            </a:lvl1pPr>
            <a:lvl2pPr marL="0" indent="0">
              <a:lnSpc>
                <a:spcPct val="83000"/>
              </a:lnSpc>
              <a:spcBef>
                <a:spcPts val="0"/>
              </a:spcBef>
              <a:buNone/>
              <a:tabLst/>
              <a:defRPr sz="1400" b="0"/>
            </a:lvl2pPr>
            <a:lvl3pPr marL="0" indent="0">
              <a:lnSpc>
                <a:spcPct val="83000"/>
              </a:lnSpc>
              <a:spcBef>
                <a:spcPts val="0"/>
              </a:spcBef>
              <a:buNone/>
              <a:tabLst/>
              <a:defRPr sz="1400" b="0"/>
            </a:lvl3pPr>
            <a:lvl4pPr marL="0" indent="0">
              <a:lnSpc>
                <a:spcPct val="83000"/>
              </a:lnSpc>
              <a:spcBef>
                <a:spcPts val="0"/>
              </a:spcBef>
              <a:buNone/>
              <a:tabLst/>
              <a:defRPr sz="1400" b="0"/>
            </a:lvl4pPr>
            <a:lvl5pPr marL="0" indent="0">
              <a:lnSpc>
                <a:spcPct val="83000"/>
              </a:lnSpc>
              <a:spcBef>
                <a:spcPts val="0"/>
              </a:spcBef>
              <a:buNone/>
              <a:tabLst/>
              <a:defRPr sz="1400" b="0"/>
            </a:lvl5pPr>
          </a:lstStyle>
          <a:p>
            <a:pPr lvl="0"/>
            <a:r>
              <a:rPr lang="en-GB"/>
              <a:t>Click to add name, title etc..</a:t>
            </a:r>
            <a:endParaRPr lang="en-GB" dirty="0"/>
          </a:p>
        </p:txBody>
      </p:sp>
      <p:sp>
        <p:nvSpPr>
          <p:cNvPr id="13" name="Date Placeholder 12"/>
          <p:cNvSpPr>
            <a:spLocks noGrp="1"/>
          </p:cNvSpPr>
          <p:nvPr>
            <p:ph type="dt" sz="half" idx="15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24" name="Footer Placeholder 23"/>
          <p:cNvSpPr>
            <a:spLocks noGrp="1"/>
          </p:cNvSpPr>
          <p:nvPr>
            <p:ph type="ftr" sz="quarter" idx="16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en-GB" dirty="0">
              <a:noFill/>
            </a:endParaRPr>
          </a:p>
        </p:txBody>
      </p:sp>
      <p:sp>
        <p:nvSpPr>
          <p:cNvPr id="25" name="Slide Number Placeholder 24"/>
          <p:cNvSpPr>
            <a:spLocks noGrp="1"/>
          </p:cNvSpPr>
          <p:nvPr>
            <p:ph type="sldNum" sz="quarter" idx="17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5BA07366-CB75-4AA8-9E5B-928B849F427C}" type="slidenum">
              <a:rPr lang="en-GB" smtClean="0"/>
              <a:pPr/>
              <a:t>‹#›</a:t>
            </a:fld>
            <a:endParaRPr lang="en-GB" sz="100" dirty="0"/>
          </a:p>
        </p:txBody>
      </p:sp>
      <p:sp>
        <p:nvSpPr>
          <p:cNvPr id="19" name="SD_FLD_DocumentDate">
            <a:extLst>
              <a:ext uri="{FF2B5EF4-FFF2-40B4-BE49-F238E27FC236}">
                <a16:creationId xmlns:a16="http://schemas.microsoft.com/office/drawing/2014/main" id="{33759508-D1FD-40CE-9331-F01D5EE3CCB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40001" y="6161675"/>
            <a:ext cx="8290796" cy="1819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t" anchorCtr="0"/>
          <a:lstStyle/>
          <a:p>
            <a:pPr algn="l">
              <a:lnSpc>
                <a:spcPct val="83000"/>
              </a:lnSpc>
              <a:spcBef>
                <a:spcPts val="0"/>
              </a:spcBef>
            </a:pPr>
            <a:r>
              <a:rPr lang="en-GB" altLang="ja-JP" sz="1400" cap="none" baseline="0">
                <a:solidFill>
                  <a:schemeClr val="accent1"/>
                </a:solidFill>
                <a:ea typeface="ＭＳ Ｐゴシック" charset="-128"/>
                <a:cs typeface="Arial" charset="0"/>
              </a:rPr>
              <a:t>24 April 2024</a:t>
            </a:r>
            <a:endParaRPr lang="en-GB" altLang="ja-JP" sz="1400" cap="none" baseline="0" dirty="0">
              <a:solidFill>
                <a:schemeClr val="accent1"/>
              </a:solidFill>
              <a:ea typeface="ＭＳ Ｐゴシック" charset="-128"/>
              <a:cs typeface="Arial" charset="0"/>
            </a:endParaRPr>
          </a:p>
        </p:txBody>
      </p:sp>
      <p:sp>
        <p:nvSpPr>
          <p:cNvPr id="29" name="_SD_FLD_DocumentNumber"/>
          <p:cNvSpPr txBox="1">
            <a:spLocks noChangeArrowheads="1"/>
          </p:cNvSpPr>
          <p:nvPr userDrawn="1"/>
        </p:nvSpPr>
        <p:spPr bwMode="auto">
          <a:xfrm>
            <a:off x="540001" y="6440400"/>
            <a:ext cx="1701550" cy="15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t" anchorCtr="0"/>
          <a:lstStyle/>
          <a:p>
            <a:pPr algn="l">
              <a:spcBef>
                <a:spcPts val="0"/>
              </a:spcBef>
            </a:pPr>
            <a:endParaRPr lang="en-GB" altLang="ja-JP" sz="700" dirty="0">
              <a:solidFill>
                <a:schemeClr val="accent1"/>
              </a:solidFill>
              <a:ea typeface="ＭＳ Ｐゴシック" charset="-128"/>
              <a:cs typeface="Arial" charset="0"/>
            </a:endParaRPr>
          </a:p>
        </p:txBody>
      </p:sp>
      <p:sp>
        <p:nvSpPr>
          <p:cNvPr id="32" name="SD_FLD_Draft" hidden="1">
            <a:extLst>
              <a:ext uri="{FF2B5EF4-FFF2-40B4-BE49-F238E27FC236}">
                <a16:creationId xmlns:a16="http://schemas.microsoft.com/office/drawing/2014/main" id="{F9687746-12E1-43B0-8EEE-BCA876E5FD0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243513" y="6232324"/>
            <a:ext cx="1700337" cy="208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14400" rIns="0" bIns="0" anchor="t" anchorCtr="0"/>
          <a:lstStyle/>
          <a:p>
            <a:pPr algn="ctr">
              <a:lnSpc>
                <a:spcPct val="83000"/>
              </a:lnSpc>
              <a:spcBef>
                <a:spcPts val="0"/>
              </a:spcBef>
            </a:pPr>
            <a:r>
              <a:rPr lang="en-GB" altLang="ja-JP" sz="1600" b="0" cap="all" baseline="0" dirty="0">
                <a:solidFill>
                  <a:srgbClr val="C4262E"/>
                </a:solidFill>
                <a:ea typeface="ＭＳ Ｐゴシック" charset="-128"/>
                <a:cs typeface="Arial" charset="0"/>
              </a:rPr>
              <a:t>DRAFT</a:t>
            </a:r>
          </a:p>
        </p:txBody>
      </p:sp>
      <p:sp>
        <p:nvSpPr>
          <p:cNvPr id="26" name="SD_FLD_Confidentiality">
            <a:extLst>
              <a:ext uri="{FF2B5EF4-FFF2-40B4-BE49-F238E27FC236}">
                <a16:creationId xmlns:a16="http://schemas.microsoft.com/office/drawing/2014/main" id="{2E43B5A0-A24B-4D49-B18D-5419D4E44B91}"/>
              </a:ext>
            </a:extLst>
          </p:cNvPr>
          <p:cNvSpPr/>
          <p:nvPr userDrawn="1"/>
        </p:nvSpPr>
        <p:spPr>
          <a:xfrm>
            <a:off x="7131600" y="6440400"/>
            <a:ext cx="2440800" cy="151200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0" algn="ctr" defTabSz="914400" rtl="0" eaLnBrk="1" latinLnBrk="0" hangingPunct="1">
              <a:lnSpc>
                <a:spcPct val="100000"/>
              </a:lnSpc>
              <a:spcBef>
                <a:spcPts val="0"/>
              </a:spcBef>
            </a:pPr>
            <a:endParaRPr lang="en-GB" sz="700" b="0" kern="1200" cap="all" baseline="0" dirty="0">
              <a:solidFill>
                <a:schemeClr val="accent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453930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65632BCD-D585-42E8-A6D3-3C06DC3313BD}"/>
              </a:ext>
            </a:extLst>
          </p:cNvPr>
          <p:cNvSpPr/>
          <p:nvPr userDrawn="1"/>
        </p:nvSpPr>
        <p:spPr bwMode="white">
          <a:xfrm>
            <a:off x="0" y="0"/>
            <a:ext cx="12192000" cy="685502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26" name="Graphic 25">
            <a:extLst>
              <a:ext uri="{FF2B5EF4-FFF2-40B4-BE49-F238E27FC236}">
                <a16:creationId xmlns:a16="http://schemas.microsoft.com/office/drawing/2014/main" id="{7FEC56FF-AE50-4EFB-941E-E0B008ED65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29922" r="24420" b="6742"/>
          <a:stretch>
            <a:fillRect/>
          </a:stretch>
        </p:blipFill>
        <p:spPr>
          <a:xfrm>
            <a:off x="3600000" y="0"/>
            <a:ext cx="8592000" cy="6858000"/>
          </a:xfrm>
          <a:custGeom>
            <a:avLst/>
            <a:gdLst>
              <a:gd name="connsiteX0" fmla="*/ 0 w 8592000"/>
              <a:gd name="connsiteY0" fmla="*/ 0 h 6858000"/>
              <a:gd name="connsiteX1" fmla="*/ 8592000 w 8592000"/>
              <a:gd name="connsiteY1" fmla="*/ 0 h 6858000"/>
              <a:gd name="connsiteX2" fmla="*/ 8592000 w 8592000"/>
              <a:gd name="connsiteY2" fmla="*/ 6858000 h 6858000"/>
              <a:gd name="connsiteX3" fmla="*/ 0 w 8592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592000" h="6858000">
                <a:moveTo>
                  <a:pt x="0" y="0"/>
                </a:moveTo>
                <a:lnTo>
                  <a:pt x="8592000" y="0"/>
                </a:lnTo>
                <a:lnTo>
                  <a:pt x="8592000" y="6858000"/>
                </a:lnTo>
                <a:lnTo>
                  <a:pt x="0" y="6858000"/>
                </a:lnTo>
                <a:close/>
              </a:path>
            </a:pathLst>
          </a:custGeom>
        </p:spPr>
      </p:pic>
      <p:grpSp>
        <p:nvGrpSpPr>
          <p:cNvPr id="27" name="Logo">
            <a:extLst>
              <a:ext uri="{FF2B5EF4-FFF2-40B4-BE49-F238E27FC236}">
                <a16:creationId xmlns:a16="http://schemas.microsoft.com/office/drawing/2014/main" id="{FEB7131A-3640-498A-8512-14CA3C3D2916}"/>
              </a:ext>
            </a:extLst>
          </p:cNvPr>
          <p:cNvGrpSpPr>
            <a:grpSpLocks noChangeAspect="1"/>
          </p:cNvGrpSpPr>
          <p:nvPr userDrawn="1"/>
        </p:nvGrpSpPr>
        <p:grpSpPr bwMode="white">
          <a:xfrm>
            <a:off x="539750" y="540000"/>
            <a:ext cx="1702800" cy="727238"/>
            <a:chOff x="6380216" y="4059273"/>
            <a:chExt cx="2905863" cy="1241045"/>
          </a:xfrm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F63D26F1-547B-4B41-9723-EF0612B78E90}"/>
                </a:ext>
              </a:extLst>
            </p:cNvPr>
            <p:cNvSpPr/>
            <p:nvPr/>
          </p:nvSpPr>
          <p:spPr bwMode="white">
            <a:xfrm>
              <a:off x="6380216" y="4059273"/>
              <a:ext cx="2905863" cy="346936"/>
            </a:xfrm>
            <a:custGeom>
              <a:avLst/>
              <a:gdLst>
                <a:gd name="connsiteX0" fmla="*/ 0 w 2905863"/>
                <a:gd name="connsiteY0" fmla="*/ 0 h 346936"/>
                <a:gd name="connsiteX1" fmla="*/ 2905864 w 2905863"/>
                <a:gd name="connsiteY1" fmla="*/ 0 h 346936"/>
                <a:gd name="connsiteX2" fmla="*/ 2905864 w 2905863"/>
                <a:gd name="connsiteY2" fmla="*/ 346937 h 346936"/>
                <a:gd name="connsiteX3" fmla="*/ 0 w 2905863"/>
                <a:gd name="connsiteY3" fmla="*/ 346937 h 346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346936">
                  <a:moveTo>
                    <a:pt x="0" y="0"/>
                  </a:moveTo>
                  <a:lnTo>
                    <a:pt x="2905864" y="0"/>
                  </a:lnTo>
                  <a:lnTo>
                    <a:pt x="2905864" y="346937"/>
                  </a:lnTo>
                  <a:lnTo>
                    <a:pt x="0" y="346937"/>
                  </a:lnTo>
                  <a:close/>
                </a:path>
              </a:pathLst>
            </a:custGeom>
            <a:solidFill>
              <a:schemeClr val="bg1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2E6BEF58-2858-4FD7-B365-BD33C9B4ABBF}"/>
                </a:ext>
              </a:extLst>
            </p:cNvPr>
            <p:cNvSpPr/>
            <p:nvPr/>
          </p:nvSpPr>
          <p:spPr bwMode="white">
            <a:xfrm>
              <a:off x="6380216" y="4521775"/>
              <a:ext cx="2905863" cy="57854"/>
            </a:xfrm>
            <a:custGeom>
              <a:avLst/>
              <a:gdLst>
                <a:gd name="connsiteX0" fmla="*/ 0 w 2905863"/>
                <a:gd name="connsiteY0" fmla="*/ 0 h 57854"/>
                <a:gd name="connsiteX1" fmla="*/ 2905864 w 2905863"/>
                <a:gd name="connsiteY1" fmla="*/ 0 h 57854"/>
                <a:gd name="connsiteX2" fmla="*/ 2905864 w 2905863"/>
                <a:gd name="connsiteY2" fmla="*/ 57854 h 57854"/>
                <a:gd name="connsiteX3" fmla="*/ 0 w 2905863"/>
                <a:gd name="connsiteY3" fmla="*/ 57854 h 57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57854">
                  <a:moveTo>
                    <a:pt x="0" y="0"/>
                  </a:moveTo>
                  <a:lnTo>
                    <a:pt x="2905864" y="0"/>
                  </a:lnTo>
                  <a:lnTo>
                    <a:pt x="2905864" y="57854"/>
                  </a:lnTo>
                  <a:lnTo>
                    <a:pt x="0" y="57854"/>
                  </a:lnTo>
                  <a:close/>
                </a:path>
              </a:pathLst>
            </a:custGeom>
            <a:solidFill>
              <a:schemeClr val="bg1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CACB4FEF-3E65-4473-98FD-06637DF17B5A}"/>
                </a:ext>
              </a:extLst>
            </p:cNvPr>
            <p:cNvSpPr/>
            <p:nvPr/>
          </p:nvSpPr>
          <p:spPr bwMode="white">
            <a:xfrm>
              <a:off x="6380216" y="4637294"/>
              <a:ext cx="2905863" cy="115566"/>
            </a:xfrm>
            <a:custGeom>
              <a:avLst/>
              <a:gdLst>
                <a:gd name="connsiteX0" fmla="*/ 0 w 2905863"/>
                <a:gd name="connsiteY0" fmla="*/ 0 h 115566"/>
                <a:gd name="connsiteX1" fmla="*/ 2905864 w 2905863"/>
                <a:gd name="connsiteY1" fmla="*/ 0 h 115566"/>
                <a:gd name="connsiteX2" fmla="*/ 2905864 w 2905863"/>
                <a:gd name="connsiteY2" fmla="*/ 115566 h 115566"/>
                <a:gd name="connsiteX3" fmla="*/ 0 w 2905863"/>
                <a:gd name="connsiteY3" fmla="*/ 115566 h 115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115566">
                  <a:moveTo>
                    <a:pt x="0" y="0"/>
                  </a:moveTo>
                  <a:lnTo>
                    <a:pt x="2905864" y="0"/>
                  </a:lnTo>
                  <a:lnTo>
                    <a:pt x="2905864" y="115566"/>
                  </a:lnTo>
                  <a:lnTo>
                    <a:pt x="0" y="115566"/>
                  </a:lnTo>
                  <a:close/>
                </a:path>
              </a:pathLst>
            </a:custGeom>
            <a:solidFill>
              <a:schemeClr val="bg1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854DF14B-8314-43CC-9550-32B284295E07}"/>
                </a:ext>
              </a:extLst>
            </p:cNvPr>
            <p:cNvSpPr/>
            <p:nvPr/>
          </p:nvSpPr>
          <p:spPr bwMode="white">
            <a:xfrm>
              <a:off x="7833598" y="4927183"/>
              <a:ext cx="392545" cy="373134"/>
            </a:xfrm>
            <a:custGeom>
              <a:avLst/>
              <a:gdLst>
                <a:gd name="connsiteX0" fmla="*/ 303984 w 392545"/>
                <a:gd name="connsiteY0" fmla="*/ 19174 h 373134"/>
                <a:gd name="connsiteX1" fmla="*/ 201992 w 392545"/>
                <a:gd name="connsiteY1" fmla="*/ 0 h 373134"/>
                <a:gd name="connsiteX2" fmla="*/ 62173 w 392545"/>
                <a:gd name="connsiteY2" fmla="*/ 0 h 373134"/>
                <a:gd name="connsiteX3" fmla="*/ 27859 w 392545"/>
                <a:gd name="connsiteY3" fmla="*/ 0 h 373134"/>
                <a:gd name="connsiteX4" fmla="*/ 0 w 392545"/>
                <a:gd name="connsiteY4" fmla="*/ 0 h 373134"/>
                <a:gd name="connsiteX5" fmla="*/ 0 w 392545"/>
                <a:gd name="connsiteY5" fmla="*/ 373135 h 373134"/>
                <a:gd name="connsiteX6" fmla="*/ 27859 w 392545"/>
                <a:gd name="connsiteY6" fmla="*/ 373135 h 373134"/>
                <a:gd name="connsiteX7" fmla="*/ 62173 w 392545"/>
                <a:gd name="connsiteY7" fmla="*/ 373135 h 373134"/>
                <a:gd name="connsiteX8" fmla="*/ 201992 w 392545"/>
                <a:gd name="connsiteY8" fmla="*/ 373135 h 373134"/>
                <a:gd name="connsiteX9" fmla="*/ 303984 w 392545"/>
                <a:gd name="connsiteY9" fmla="*/ 353961 h 373134"/>
                <a:gd name="connsiteX10" fmla="*/ 369670 w 392545"/>
                <a:gd name="connsiteY10" fmla="*/ 296249 h 373134"/>
                <a:gd name="connsiteX11" fmla="*/ 392546 w 392545"/>
                <a:gd name="connsiteY11" fmla="*/ 199477 h 373134"/>
                <a:gd name="connsiteX12" fmla="*/ 392546 w 392545"/>
                <a:gd name="connsiteY12" fmla="*/ 173611 h 373134"/>
                <a:gd name="connsiteX13" fmla="*/ 369670 w 392545"/>
                <a:gd name="connsiteY13" fmla="*/ 76839 h 373134"/>
                <a:gd name="connsiteX14" fmla="*/ 303984 w 392545"/>
                <a:gd name="connsiteY14" fmla="*/ 19174 h 373134"/>
                <a:gd name="connsiteX15" fmla="*/ 331369 w 392545"/>
                <a:gd name="connsiteY15" fmla="*/ 197531 h 373134"/>
                <a:gd name="connsiteX16" fmla="*/ 299048 w 392545"/>
                <a:gd name="connsiteY16" fmla="*/ 287563 h 373134"/>
                <a:gd name="connsiteX17" fmla="*/ 202514 w 392545"/>
                <a:gd name="connsiteY17" fmla="*/ 316894 h 373134"/>
                <a:gd name="connsiteX18" fmla="*/ 62221 w 392545"/>
                <a:gd name="connsiteY18" fmla="*/ 316894 h 373134"/>
                <a:gd name="connsiteX19" fmla="*/ 62221 w 392545"/>
                <a:gd name="connsiteY19" fmla="*/ 56193 h 373134"/>
                <a:gd name="connsiteX20" fmla="*/ 202514 w 392545"/>
                <a:gd name="connsiteY20" fmla="*/ 56193 h 373134"/>
                <a:gd name="connsiteX21" fmla="*/ 299048 w 392545"/>
                <a:gd name="connsiteY21" fmla="*/ 84812 h 373134"/>
                <a:gd name="connsiteX22" fmla="*/ 331369 w 392545"/>
                <a:gd name="connsiteY22" fmla="*/ 175604 h 373134"/>
                <a:gd name="connsiteX23" fmla="*/ 331369 w 392545"/>
                <a:gd name="connsiteY23" fmla="*/ 197531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92545" h="373134">
                  <a:moveTo>
                    <a:pt x="303984" y="19174"/>
                  </a:moveTo>
                  <a:cubicBezTo>
                    <a:pt x="275461" y="6407"/>
                    <a:pt x="241479" y="0"/>
                    <a:pt x="201992" y="0"/>
                  </a:cubicBezTo>
                  <a:lnTo>
                    <a:pt x="62173" y="0"/>
                  </a:lnTo>
                  <a:lnTo>
                    <a:pt x="27859" y="0"/>
                  </a:lnTo>
                  <a:lnTo>
                    <a:pt x="0" y="0"/>
                  </a:lnTo>
                  <a:lnTo>
                    <a:pt x="0" y="373135"/>
                  </a:lnTo>
                  <a:lnTo>
                    <a:pt x="27859" y="373135"/>
                  </a:lnTo>
                  <a:lnTo>
                    <a:pt x="62173" y="373135"/>
                  </a:lnTo>
                  <a:lnTo>
                    <a:pt x="201992" y="373135"/>
                  </a:lnTo>
                  <a:cubicBezTo>
                    <a:pt x="241479" y="373135"/>
                    <a:pt x="275461" y="366728"/>
                    <a:pt x="303984" y="353961"/>
                  </a:cubicBezTo>
                  <a:cubicBezTo>
                    <a:pt x="332508" y="341194"/>
                    <a:pt x="354387" y="321972"/>
                    <a:pt x="369670" y="296249"/>
                  </a:cubicBezTo>
                  <a:cubicBezTo>
                    <a:pt x="384904" y="270525"/>
                    <a:pt x="392546" y="238299"/>
                    <a:pt x="392546" y="199477"/>
                  </a:cubicBezTo>
                  <a:lnTo>
                    <a:pt x="392546" y="173611"/>
                  </a:lnTo>
                  <a:cubicBezTo>
                    <a:pt x="392546" y="134788"/>
                    <a:pt x="384904" y="102562"/>
                    <a:pt x="369670" y="76839"/>
                  </a:cubicBezTo>
                  <a:cubicBezTo>
                    <a:pt x="354387" y="51162"/>
                    <a:pt x="332508" y="31941"/>
                    <a:pt x="303984" y="19174"/>
                  </a:cubicBezTo>
                  <a:close/>
                  <a:moveTo>
                    <a:pt x="331369" y="197531"/>
                  </a:moveTo>
                  <a:cubicBezTo>
                    <a:pt x="331369" y="238015"/>
                    <a:pt x="320596" y="268010"/>
                    <a:pt x="299048" y="287563"/>
                  </a:cubicBezTo>
                  <a:cubicBezTo>
                    <a:pt x="277502" y="307117"/>
                    <a:pt x="245323" y="316894"/>
                    <a:pt x="202514" y="316894"/>
                  </a:cubicBezTo>
                  <a:lnTo>
                    <a:pt x="62221" y="316894"/>
                  </a:lnTo>
                  <a:lnTo>
                    <a:pt x="62221" y="56193"/>
                  </a:lnTo>
                  <a:lnTo>
                    <a:pt x="202514" y="56193"/>
                  </a:lnTo>
                  <a:cubicBezTo>
                    <a:pt x="245323" y="56193"/>
                    <a:pt x="277454" y="65733"/>
                    <a:pt x="299048" y="84812"/>
                  </a:cubicBezTo>
                  <a:cubicBezTo>
                    <a:pt x="320596" y="103891"/>
                    <a:pt x="331369" y="134171"/>
                    <a:pt x="331369" y="175604"/>
                  </a:cubicBezTo>
                  <a:lnTo>
                    <a:pt x="331369" y="197531"/>
                  </a:lnTo>
                  <a:close/>
                </a:path>
              </a:pathLst>
            </a:custGeom>
            <a:solidFill>
              <a:schemeClr val="bg1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AAD1000-04BD-4E8C-88FE-2D68653EDFD9}"/>
                </a:ext>
              </a:extLst>
            </p:cNvPr>
            <p:cNvSpPr/>
            <p:nvPr/>
          </p:nvSpPr>
          <p:spPr bwMode="white">
            <a:xfrm>
              <a:off x="8344036" y="4927183"/>
              <a:ext cx="410485" cy="373134"/>
            </a:xfrm>
            <a:custGeom>
              <a:avLst/>
              <a:gdLst>
                <a:gd name="connsiteX0" fmla="*/ 349262 w 410485"/>
                <a:gd name="connsiteY0" fmla="*/ 291598 h 373134"/>
                <a:gd name="connsiteX1" fmla="*/ 60702 w 410485"/>
                <a:gd name="connsiteY1" fmla="*/ 0 h 373134"/>
                <a:gd name="connsiteX2" fmla="*/ 26388 w 410485"/>
                <a:gd name="connsiteY2" fmla="*/ 0 h 373134"/>
                <a:gd name="connsiteX3" fmla="*/ 0 w 410485"/>
                <a:gd name="connsiteY3" fmla="*/ 0 h 373134"/>
                <a:gd name="connsiteX4" fmla="*/ 0 w 410485"/>
                <a:gd name="connsiteY4" fmla="*/ 373135 h 373134"/>
                <a:gd name="connsiteX5" fmla="*/ 60702 w 410485"/>
                <a:gd name="connsiteY5" fmla="*/ 373135 h 373134"/>
                <a:gd name="connsiteX6" fmla="*/ 60702 w 410485"/>
                <a:gd name="connsiteY6" fmla="*/ 81917 h 373134"/>
                <a:gd name="connsiteX7" fmla="*/ 349262 w 410485"/>
                <a:gd name="connsiteY7" fmla="*/ 373135 h 373134"/>
                <a:gd name="connsiteX8" fmla="*/ 410486 w 410485"/>
                <a:gd name="connsiteY8" fmla="*/ 373135 h 373134"/>
                <a:gd name="connsiteX9" fmla="*/ 410486 w 410485"/>
                <a:gd name="connsiteY9" fmla="*/ 0 h 373134"/>
                <a:gd name="connsiteX10" fmla="*/ 349262 w 410485"/>
                <a:gd name="connsiteY10" fmla="*/ 0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0485" h="373134">
                  <a:moveTo>
                    <a:pt x="349262" y="291598"/>
                  </a:moveTo>
                  <a:lnTo>
                    <a:pt x="60702" y="0"/>
                  </a:lnTo>
                  <a:lnTo>
                    <a:pt x="26388" y="0"/>
                  </a:lnTo>
                  <a:lnTo>
                    <a:pt x="0" y="0"/>
                  </a:lnTo>
                  <a:lnTo>
                    <a:pt x="0" y="373135"/>
                  </a:lnTo>
                  <a:lnTo>
                    <a:pt x="60702" y="373135"/>
                  </a:lnTo>
                  <a:lnTo>
                    <a:pt x="60702" y="81917"/>
                  </a:lnTo>
                  <a:lnTo>
                    <a:pt x="349262" y="373135"/>
                  </a:lnTo>
                  <a:lnTo>
                    <a:pt x="410486" y="373135"/>
                  </a:lnTo>
                  <a:lnTo>
                    <a:pt x="410486" y="0"/>
                  </a:lnTo>
                  <a:lnTo>
                    <a:pt x="349262" y="0"/>
                  </a:lnTo>
                  <a:close/>
                </a:path>
              </a:pathLst>
            </a:custGeom>
            <a:solidFill>
              <a:schemeClr val="bg1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5E3E06DF-69BA-40E0-83B4-306829A187BB}"/>
                </a:ext>
              </a:extLst>
            </p:cNvPr>
            <p:cNvSpPr/>
            <p:nvPr/>
          </p:nvSpPr>
          <p:spPr bwMode="white">
            <a:xfrm>
              <a:off x="8863965" y="4927183"/>
              <a:ext cx="421876" cy="373134"/>
            </a:xfrm>
            <a:custGeom>
              <a:avLst/>
              <a:gdLst>
                <a:gd name="connsiteX0" fmla="*/ 355716 w 421876"/>
                <a:gd name="connsiteY0" fmla="*/ 0 h 373134"/>
                <a:gd name="connsiteX1" fmla="*/ 212955 w 421876"/>
                <a:gd name="connsiteY1" fmla="*/ 291598 h 373134"/>
                <a:gd name="connsiteX2" fmla="*/ 70146 w 421876"/>
                <a:gd name="connsiteY2" fmla="*/ 0 h 373134"/>
                <a:gd name="connsiteX3" fmla="*/ 0 w 421876"/>
                <a:gd name="connsiteY3" fmla="*/ 0 h 373134"/>
                <a:gd name="connsiteX4" fmla="*/ 187042 w 421876"/>
                <a:gd name="connsiteY4" fmla="*/ 373135 h 373134"/>
                <a:gd name="connsiteX5" fmla="*/ 235309 w 421876"/>
                <a:gd name="connsiteY5" fmla="*/ 373135 h 373134"/>
                <a:gd name="connsiteX6" fmla="*/ 421876 w 421876"/>
                <a:gd name="connsiteY6" fmla="*/ 0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21876" h="373134">
                  <a:moveTo>
                    <a:pt x="355716" y="0"/>
                  </a:moveTo>
                  <a:lnTo>
                    <a:pt x="212955" y="291598"/>
                  </a:lnTo>
                  <a:lnTo>
                    <a:pt x="70146" y="0"/>
                  </a:lnTo>
                  <a:lnTo>
                    <a:pt x="0" y="0"/>
                  </a:lnTo>
                  <a:lnTo>
                    <a:pt x="187042" y="373135"/>
                  </a:lnTo>
                  <a:lnTo>
                    <a:pt x="235309" y="373135"/>
                  </a:lnTo>
                  <a:lnTo>
                    <a:pt x="421876" y="0"/>
                  </a:lnTo>
                  <a:close/>
                </a:path>
              </a:pathLst>
            </a:custGeom>
            <a:solidFill>
              <a:schemeClr val="bg1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pic>
        <p:nvPicPr>
          <p:cNvPr id="41" name="TAGLINE WHITE">
            <a:extLst>
              <a:ext uri="{FF2B5EF4-FFF2-40B4-BE49-F238E27FC236}">
                <a16:creationId xmlns:a16="http://schemas.microsoft.com/office/drawing/2014/main" id="{377104A8-79D3-4EC7-8FA7-FC40F8087174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950400" y="539750"/>
            <a:ext cx="1702800" cy="11065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751" y="1730375"/>
            <a:ext cx="8290798" cy="2985625"/>
          </a:xfrm>
        </p:spPr>
        <p:txBody>
          <a:bodyPr anchor="b" anchorCtr="0">
            <a:noAutofit/>
          </a:bodyPr>
          <a:lstStyle>
            <a:lvl1pPr>
              <a:lnSpc>
                <a:spcPct val="83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add title</a:t>
            </a:r>
            <a:endParaRPr lang="en-GB" dirty="0"/>
          </a:p>
        </p:txBody>
      </p:sp>
      <p:sp>
        <p:nvSpPr>
          <p:cNvPr id="31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40000" y="4946400"/>
            <a:ext cx="8290798" cy="648072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83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add subtitle</a:t>
            </a:r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2D590D-63DF-49A5-B495-2B2E9EA7D2A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39748" y="5768975"/>
            <a:ext cx="8291049" cy="277813"/>
          </a:xfrm>
        </p:spPr>
        <p:txBody>
          <a:bodyPr anchor="b" anchorCtr="0"/>
          <a:lstStyle>
            <a:lvl1pPr marL="0" indent="0">
              <a:lnSpc>
                <a:spcPct val="83000"/>
              </a:lnSpc>
              <a:spcBef>
                <a:spcPts val="0"/>
              </a:spcBef>
              <a:buNone/>
              <a:tabLst/>
              <a:defRPr sz="1400" b="0">
                <a:solidFill>
                  <a:schemeClr val="bg1"/>
                </a:solidFill>
              </a:defRPr>
            </a:lvl1pPr>
            <a:lvl2pPr marL="0" indent="0">
              <a:lnSpc>
                <a:spcPct val="83000"/>
              </a:lnSpc>
              <a:spcBef>
                <a:spcPts val="0"/>
              </a:spcBef>
              <a:buNone/>
              <a:tabLst/>
              <a:defRPr sz="1400" b="0"/>
            </a:lvl2pPr>
            <a:lvl3pPr marL="0" indent="0">
              <a:lnSpc>
                <a:spcPct val="83000"/>
              </a:lnSpc>
              <a:spcBef>
                <a:spcPts val="0"/>
              </a:spcBef>
              <a:buNone/>
              <a:tabLst/>
              <a:defRPr sz="1400" b="0"/>
            </a:lvl3pPr>
            <a:lvl4pPr marL="0" indent="0">
              <a:lnSpc>
                <a:spcPct val="83000"/>
              </a:lnSpc>
              <a:spcBef>
                <a:spcPts val="0"/>
              </a:spcBef>
              <a:buNone/>
              <a:tabLst/>
              <a:defRPr sz="1400" b="0"/>
            </a:lvl4pPr>
            <a:lvl5pPr marL="0" indent="0">
              <a:lnSpc>
                <a:spcPct val="83000"/>
              </a:lnSpc>
              <a:spcBef>
                <a:spcPts val="0"/>
              </a:spcBef>
              <a:buNone/>
              <a:tabLst/>
              <a:defRPr sz="1400" b="0"/>
            </a:lvl5pPr>
          </a:lstStyle>
          <a:p>
            <a:pPr lvl="0"/>
            <a:r>
              <a:rPr lang="en-GB"/>
              <a:t>Click to add name, title etc..</a:t>
            </a:r>
            <a:endParaRPr lang="en-GB" dirty="0"/>
          </a:p>
        </p:txBody>
      </p:sp>
      <p:sp>
        <p:nvSpPr>
          <p:cNvPr id="13" name="Date Placeholder 12"/>
          <p:cNvSpPr>
            <a:spLocks noGrp="1"/>
          </p:cNvSpPr>
          <p:nvPr>
            <p:ph type="dt" sz="half" idx="15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24" name="Footer Placeholder 23"/>
          <p:cNvSpPr>
            <a:spLocks noGrp="1"/>
          </p:cNvSpPr>
          <p:nvPr>
            <p:ph type="ftr" sz="quarter" idx="16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en-GB" dirty="0">
              <a:noFill/>
            </a:endParaRPr>
          </a:p>
        </p:txBody>
      </p:sp>
      <p:sp>
        <p:nvSpPr>
          <p:cNvPr id="25" name="Slide Number Placeholder 24"/>
          <p:cNvSpPr>
            <a:spLocks noGrp="1"/>
          </p:cNvSpPr>
          <p:nvPr>
            <p:ph type="sldNum" sz="quarter" idx="17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5BA07366-CB75-4AA8-9E5B-928B849F427C}" type="slidenum">
              <a:rPr lang="en-GB" smtClean="0"/>
              <a:pPr/>
              <a:t>‹#›</a:t>
            </a:fld>
            <a:endParaRPr lang="en-GB" sz="100" dirty="0"/>
          </a:p>
        </p:txBody>
      </p:sp>
      <p:sp>
        <p:nvSpPr>
          <p:cNvPr id="40" name="SD_FLD_DocumentDate">
            <a:extLst>
              <a:ext uri="{FF2B5EF4-FFF2-40B4-BE49-F238E27FC236}">
                <a16:creationId xmlns:a16="http://schemas.microsoft.com/office/drawing/2014/main" id="{1DB9ED39-CFDE-4196-AB07-F0AC0AB1579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40001" y="6161675"/>
            <a:ext cx="8290796" cy="1819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t" anchorCtr="0"/>
          <a:lstStyle/>
          <a:p>
            <a:pPr algn="l">
              <a:lnSpc>
                <a:spcPct val="83000"/>
              </a:lnSpc>
              <a:spcBef>
                <a:spcPts val="0"/>
              </a:spcBef>
            </a:pPr>
            <a:r>
              <a:rPr lang="en-GB" altLang="ja-JP" sz="1400" cap="none" baseline="0">
                <a:solidFill>
                  <a:schemeClr val="bg1"/>
                </a:solidFill>
                <a:ea typeface="ＭＳ Ｐゴシック" charset="-128"/>
                <a:cs typeface="Arial" charset="0"/>
              </a:rPr>
              <a:t>24 April 2024</a:t>
            </a:r>
            <a:endParaRPr lang="en-GB" altLang="ja-JP" sz="1400" cap="none" baseline="0" dirty="0">
              <a:solidFill>
                <a:schemeClr val="bg1"/>
              </a:solidFill>
              <a:ea typeface="ＭＳ Ｐゴシック" charset="-128"/>
              <a:cs typeface="Arial" charset="0"/>
            </a:endParaRPr>
          </a:p>
        </p:txBody>
      </p:sp>
      <p:sp>
        <p:nvSpPr>
          <p:cNvPr id="29" name="_SD_FLD_DocumentNumber"/>
          <p:cNvSpPr txBox="1">
            <a:spLocks noChangeArrowheads="1"/>
          </p:cNvSpPr>
          <p:nvPr userDrawn="1"/>
        </p:nvSpPr>
        <p:spPr bwMode="auto">
          <a:xfrm>
            <a:off x="540001" y="6440400"/>
            <a:ext cx="1701550" cy="15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t" anchorCtr="0"/>
          <a:lstStyle/>
          <a:p>
            <a:pPr algn="l">
              <a:spcBef>
                <a:spcPts val="0"/>
              </a:spcBef>
            </a:pPr>
            <a:endParaRPr lang="en-GB" altLang="ja-JP" sz="700" dirty="0">
              <a:solidFill>
                <a:schemeClr val="bg1"/>
              </a:solidFill>
              <a:ea typeface="ＭＳ Ｐゴシック" charset="-128"/>
              <a:cs typeface="Arial" charset="0"/>
            </a:endParaRPr>
          </a:p>
        </p:txBody>
      </p:sp>
      <p:sp>
        <p:nvSpPr>
          <p:cNvPr id="22" name="SD_FLD_Draft" hidden="1">
            <a:extLst>
              <a:ext uri="{FF2B5EF4-FFF2-40B4-BE49-F238E27FC236}">
                <a16:creationId xmlns:a16="http://schemas.microsoft.com/office/drawing/2014/main" id="{B540F12F-7F36-4021-A362-D466EDB9236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243513" y="6232324"/>
            <a:ext cx="1700337" cy="208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14400" rIns="0" bIns="0" anchor="t" anchorCtr="0"/>
          <a:lstStyle/>
          <a:p>
            <a:pPr algn="ctr">
              <a:lnSpc>
                <a:spcPct val="83000"/>
              </a:lnSpc>
              <a:spcBef>
                <a:spcPts val="0"/>
              </a:spcBef>
            </a:pPr>
            <a:r>
              <a:rPr lang="en-GB" altLang="ja-JP" sz="1600" b="0" cap="all" baseline="0" dirty="0">
                <a:solidFill>
                  <a:srgbClr val="C4262E"/>
                </a:solidFill>
                <a:ea typeface="ＭＳ Ｐゴシック" charset="-128"/>
                <a:cs typeface="Arial" charset="0"/>
              </a:rPr>
              <a:t>DRAFT</a:t>
            </a:r>
          </a:p>
        </p:txBody>
      </p:sp>
      <p:sp>
        <p:nvSpPr>
          <p:cNvPr id="23" name="SD_FLD_Confidentiality">
            <a:extLst>
              <a:ext uri="{FF2B5EF4-FFF2-40B4-BE49-F238E27FC236}">
                <a16:creationId xmlns:a16="http://schemas.microsoft.com/office/drawing/2014/main" id="{3A818D00-8E4C-41C4-8292-4942AE5E1645}"/>
              </a:ext>
            </a:extLst>
          </p:cNvPr>
          <p:cNvSpPr/>
          <p:nvPr userDrawn="1"/>
        </p:nvSpPr>
        <p:spPr>
          <a:xfrm>
            <a:off x="7131600" y="6440400"/>
            <a:ext cx="2440800" cy="151200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0" algn="ctr" defTabSz="914400" rtl="0" eaLnBrk="1" latinLnBrk="0" hangingPunct="1">
              <a:lnSpc>
                <a:spcPct val="100000"/>
              </a:lnSpc>
              <a:spcBef>
                <a:spcPts val="0"/>
              </a:spcBef>
            </a:pPr>
            <a:endParaRPr lang="en-GB" sz="700" b="0" kern="1200" cap="all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32055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65632BCD-D585-42E8-A6D3-3C06DC3313BD}"/>
              </a:ext>
            </a:extLst>
          </p:cNvPr>
          <p:cNvSpPr/>
          <p:nvPr userDrawn="1"/>
        </p:nvSpPr>
        <p:spPr bwMode="white">
          <a:xfrm>
            <a:off x="0" y="0"/>
            <a:ext cx="12192000" cy="685502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9" name="Logo">
            <a:extLst>
              <a:ext uri="{FF2B5EF4-FFF2-40B4-BE49-F238E27FC236}">
                <a16:creationId xmlns:a16="http://schemas.microsoft.com/office/drawing/2014/main" id="{38FB97ED-5A4B-484F-BA47-613177090BCB}"/>
              </a:ext>
            </a:extLst>
          </p:cNvPr>
          <p:cNvGrpSpPr>
            <a:grpSpLocks noChangeAspect="1"/>
          </p:cNvGrpSpPr>
          <p:nvPr userDrawn="1"/>
        </p:nvGrpSpPr>
        <p:grpSpPr bwMode="white">
          <a:xfrm>
            <a:off x="539750" y="540000"/>
            <a:ext cx="1702800" cy="727238"/>
            <a:chOff x="6380216" y="4059273"/>
            <a:chExt cx="2905863" cy="1241045"/>
          </a:xfrm>
        </p:grpSpPr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055DDA26-00FD-4EB4-98FC-C3CA907FBBFB}"/>
                </a:ext>
              </a:extLst>
            </p:cNvPr>
            <p:cNvSpPr/>
            <p:nvPr/>
          </p:nvSpPr>
          <p:spPr bwMode="white">
            <a:xfrm>
              <a:off x="6380216" y="4059273"/>
              <a:ext cx="2905863" cy="346936"/>
            </a:xfrm>
            <a:custGeom>
              <a:avLst/>
              <a:gdLst>
                <a:gd name="connsiteX0" fmla="*/ 0 w 2905863"/>
                <a:gd name="connsiteY0" fmla="*/ 0 h 346936"/>
                <a:gd name="connsiteX1" fmla="*/ 2905864 w 2905863"/>
                <a:gd name="connsiteY1" fmla="*/ 0 h 346936"/>
                <a:gd name="connsiteX2" fmla="*/ 2905864 w 2905863"/>
                <a:gd name="connsiteY2" fmla="*/ 346937 h 346936"/>
                <a:gd name="connsiteX3" fmla="*/ 0 w 2905863"/>
                <a:gd name="connsiteY3" fmla="*/ 346937 h 346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346936">
                  <a:moveTo>
                    <a:pt x="0" y="0"/>
                  </a:moveTo>
                  <a:lnTo>
                    <a:pt x="2905864" y="0"/>
                  </a:lnTo>
                  <a:lnTo>
                    <a:pt x="2905864" y="346937"/>
                  </a:lnTo>
                  <a:lnTo>
                    <a:pt x="0" y="346937"/>
                  </a:lnTo>
                  <a:close/>
                </a:path>
              </a:pathLst>
            </a:custGeom>
            <a:solidFill>
              <a:schemeClr val="bg1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4CB032C-9E7C-4EB0-A639-A1F06C45D200}"/>
                </a:ext>
              </a:extLst>
            </p:cNvPr>
            <p:cNvSpPr/>
            <p:nvPr/>
          </p:nvSpPr>
          <p:spPr bwMode="white">
            <a:xfrm>
              <a:off x="6380216" y="4521775"/>
              <a:ext cx="2905863" cy="57854"/>
            </a:xfrm>
            <a:custGeom>
              <a:avLst/>
              <a:gdLst>
                <a:gd name="connsiteX0" fmla="*/ 0 w 2905863"/>
                <a:gd name="connsiteY0" fmla="*/ 0 h 57854"/>
                <a:gd name="connsiteX1" fmla="*/ 2905864 w 2905863"/>
                <a:gd name="connsiteY1" fmla="*/ 0 h 57854"/>
                <a:gd name="connsiteX2" fmla="*/ 2905864 w 2905863"/>
                <a:gd name="connsiteY2" fmla="*/ 57854 h 57854"/>
                <a:gd name="connsiteX3" fmla="*/ 0 w 2905863"/>
                <a:gd name="connsiteY3" fmla="*/ 57854 h 57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57854">
                  <a:moveTo>
                    <a:pt x="0" y="0"/>
                  </a:moveTo>
                  <a:lnTo>
                    <a:pt x="2905864" y="0"/>
                  </a:lnTo>
                  <a:lnTo>
                    <a:pt x="2905864" y="57854"/>
                  </a:lnTo>
                  <a:lnTo>
                    <a:pt x="0" y="57854"/>
                  </a:lnTo>
                  <a:close/>
                </a:path>
              </a:pathLst>
            </a:custGeom>
            <a:solidFill>
              <a:schemeClr val="bg1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B7DD5104-FF83-40C7-AA43-C17183E0159B}"/>
                </a:ext>
              </a:extLst>
            </p:cNvPr>
            <p:cNvSpPr/>
            <p:nvPr/>
          </p:nvSpPr>
          <p:spPr bwMode="white">
            <a:xfrm>
              <a:off x="6380216" y="4637294"/>
              <a:ext cx="2905863" cy="115566"/>
            </a:xfrm>
            <a:custGeom>
              <a:avLst/>
              <a:gdLst>
                <a:gd name="connsiteX0" fmla="*/ 0 w 2905863"/>
                <a:gd name="connsiteY0" fmla="*/ 0 h 115566"/>
                <a:gd name="connsiteX1" fmla="*/ 2905864 w 2905863"/>
                <a:gd name="connsiteY1" fmla="*/ 0 h 115566"/>
                <a:gd name="connsiteX2" fmla="*/ 2905864 w 2905863"/>
                <a:gd name="connsiteY2" fmla="*/ 115566 h 115566"/>
                <a:gd name="connsiteX3" fmla="*/ 0 w 2905863"/>
                <a:gd name="connsiteY3" fmla="*/ 115566 h 115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115566">
                  <a:moveTo>
                    <a:pt x="0" y="0"/>
                  </a:moveTo>
                  <a:lnTo>
                    <a:pt x="2905864" y="0"/>
                  </a:lnTo>
                  <a:lnTo>
                    <a:pt x="2905864" y="115566"/>
                  </a:lnTo>
                  <a:lnTo>
                    <a:pt x="0" y="115566"/>
                  </a:lnTo>
                  <a:close/>
                </a:path>
              </a:pathLst>
            </a:custGeom>
            <a:solidFill>
              <a:schemeClr val="bg1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DE483200-DEA7-441E-B11A-6554B16BE995}"/>
                </a:ext>
              </a:extLst>
            </p:cNvPr>
            <p:cNvSpPr/>
            <p:nvPr/>
          </p:nvSpPr>
          <p:spPr bwMode="white">
            <a:xfrm>
              <a:off x="7833598" y="4927183"/>
              <a:ext cx="392545" cy="373134"/>
            </a:xfrm>
            <a:custGeom>
              <a:avLst/>
              <a:gdLst>
                <a:gd name="connsiteX0" fmla="*/ 303984 w 392545"/>
                <a:gd name="connsiteY0" fmla="*/ 19174 h 373134"/>
                <a:gd name="connsiteX1" fmla="*/ 201992 w 392545"/>
                <a:gd name="connsiteY1" fmla="*/ 0 h 373134"/>
                <a:gd name="connsiteX2" fmla="*/ 62173 w 392545"/>
                <a:gd name="connsiteY2" fmla="*/ 0 h 373134"/>
                <a:gd name="connsiteX3" fmla="*/ 27859 w 392545"/>
                <a:gd name="connsiteY3" fmla="*/ 0 h 373134"/>
                <a:gd name="connsiteX4" fmla="*/ 0 w 392545"/>
                <a:gd name="connsiteY4" fmla="*/ 0 h 373134"/>
                <a:gd name="connsiteX5" fmla="*/ 0 w 392545"/>
                <a:gd name="connsiteY5" fmla="*/ 373135 h 373134"/>
                <a:gd name="connsiteX6" fmla="*/ 27859 w 392545"/>
                <a:gd name="connsiteY6" fmla="*/ 373135 h 373134"/>
                <a:gd name="connsiteX7" fmla="*/ 62173 w 392545"/>
                <a:gd name="connsiteY7" fmla="*/ 373135 h 373134"/>
                <a:gd name="connsiteX8" fmla="*/ 201992 w 392545"/>
                <a:gd name="connsiteY8" fmla="*/ 373135 h 373134"/>
                <a:gd name="connsiteX9" fmla="*/ 303984 w 392545"/>
                <a:gd name="connsiteY9" fmla="*/ 353961 h 373134"/>
                <a:gd name="connsiteX10" fmla="*/ 369670 w 392545"/>
                <a:gd name="connsiteY10" fmla="*/ 296249 h 373134"/>
                <a:gd name="connsiteX11" fmla="*/ 392546 w 392545"/>
                <a:gd name="connsiteY11" fmla="*/ 199477 h 373134"/>
                <a:gd name="connsiteX12" fmla="*/ 392546 w 392545"/>
                <a:gd name="connsiteY12" fmla="*/ 173611 h 373134"/>
                <a:gd name="connsiteX13" fmla="*/ 369670 w 392545"/>
                <a:gd name="connsiteY13" fmla="*/ 76839 h 373134"/>
                <a:gd name="connsiteX14" fmla="*/ 303984 w 392545"/>
                <a:gd name="connsiteY14" fmla="*/ 19174 h 373134"/>
                <a:gd name="connsiteX15" fmla="*/ 331369 w 392545"/>
                <a:gd name="connsiteY15" fmla="*/ 197531 h 373134"/>
                <a:gd name="connsiteX16" fmla="*/ 299048 w 392545"/>
                <a:gd name="connsiteY16" fmla="*/ 287563 h 373134"/>
                <a:gd name="connsiteX17" fmla="*/ 202514 w 392545"/>
                <a:gd name="connsiteY17" fmla="*/ 316894 h 373134"/>
                <a:gd name="connsiteX18" fmla="*/ 62221 w 392545"/>
                <a:gd name="connsiteY18" fmla="*/ 316894 h 373134"/>
                <a:gd name="connsiteX19" fmla="*/ 62221 w 392545"/>
                <a:gd name="connsiteY19" fmla="*/ 56193 h 373134"/>
                <a:gd name="connsiteX20" fmla="*/ 202514 w 392545"/>
                <a:gd name="connsiteY20" fmla="*/ 56193 h 373134"/>
                <a:gd name="connsiteX21" fmla="*/ 299048 w 392545"/>
                <a:gd name="connsiteY21" fmla="*/ 84812 h 373134"/>
                <a:gd name="connsiteX22" fmla="*/ 331369 w 392545"/>
                <a:gd name="connsiteY22" fmla="*/ 175604 h 373134"/>
                <a:gd name="connsiteX23" fmla="*/ 331369 w 392545"/>
                <a:gd name="connsiteY23" fmla="*/ 197531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92545" h="373134">
                  <a:moveTo>
                    <a:pt x="303984" y="19174"/>
                  </a:moveTo>
                  <a:cubicBezTo>
                    <a:pt x="275461" y="6407"/>
                    <a:pt x="241479" y="0"/>
                    <a:pt x="201992" y="0"/>
                  </a:cubicBezTo>
                  <a:lnTo>
                    <a:pt x="62173" y="0"/>
                  </a:lnTo>
                  <a:lnTo>
                    <a:pt x="27859" y="0"/>
                  </a:lnTo>
                  <a:lnTo>
                    <a:pt x="0" y="0"/>
                  </a:lnTo>
                  <a:lnTo>
                    <a:pt x="0" y="373135"/>
                  </a:lnTo>
                  <a:lnTo>
                    <a:pt x="27859" y="373135"/>
                  </a:lnTo>
                  <a:lnTo>
                    <a:pt x="62173" y="373135"/>
                  </a:lnTo>
                  <a:lnTo>
                    <a:pt x="201992" y="373135"/>
                  </a:lnTo>
                  <a:cubicBezTo>
                    <a:pt x="241479" y="373135"/>
                    <a:pt x="275461" y="366728"/>
                    <a:pt x="303984" y="353961"/>
                  </a:cubicBezTo>
                  <a:cubicBezTo>
                    <a:pt x="332508" y="341194"/>
                    <a:pt x="354387" y="321972"/>
                    <a:pt x="369670" y="296249"/>
                  </a:cubicBezTo>
                  <a:cubicBezTo>
                    <a:pt x="384904" y="270525"/>
                    <a:pt x="392546" y="238299"/>
                    <a:pt x="392546" y="199477"/>
                  </a:cubicBezTo>
                  <a:lnTo>
                    <a:pt x="392546" y="173611"/>
                  </a:lnTo>
                  <a:cubicBezTo>
                    <a:pt x="392546" y="134788"/>
                    <a:pt x="384904" y="102562"/>
                    <a:pt x="369670" y="76839"/>
                  </a:cubicBezTo>
                  <a:cubicBezTo>
                    <a:pt x="354387" y="51162"/>
                    <a:pt x="332508" y="31941"/>
                    <a:pt x="303984" y="19174"/>
                  </a:cubicBezTo>
                  <a:close/>
                  <a:moveTo>
                    <a:pt x="331369" y="197531"/>
                  </a:moveTo>
                  <a:cubicBezTo>
                    <a:pt x="331369" y="238015"/>
                    <a:pt x="320596" y="268010"/>
                    <a:pt x="299048" y="287563"/>
                  </a:cubicBezTo>
                  <a:cubicBezTo>
                    <a:pt x="277502" y="307117"/>
                    <a:pt x="245323" y="316894"/>
                    <a:pt x="202514" y="316894"/>
                  </a:cubicBezTo>
                  <a:lnTo>
                    <a:pt x="62221" y="316894"/>
                  </a:lnTo>
                  <a:lnTo>
                    <a:pt x="62221" y="56193"/>
                  </a:lnTo>
                  <a:lnTo>
                    <a:pt x="202514" y="56193"/>
                  </a:lnTo>
                  <a:cubicBezTo>
                    <a:pt x="245323" y="56193"/>
                    <a:pt x="277454" y="65733"/>
                    <a:pt x="299048" y="84812"/>
                  </a:cubicBezTo>
                  <a:cubicBezTo>
                    <a:pt x="320596" y="103891"/>
                    <a:pt x="331369" y="134171"/>
                    <a:pt x="331369" y="175604"/>
                  </a:cubicBezTo>
                  <a:lnTo>
                    <a:pt x="331369" y="197531"/>
                  </a:lnTo>
                  <a:close/>
                </a:path>
              </a:pathLst>
            </a:custGeom>
            <a:solidFill>
              <a:schemeClr val="bg1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33B82D2-D994-4BA1-81E5-F06092A32375}"/>
                </a:ext>
              </a:extLst>
            </p:cNvPr>
            <p:cNvSpPr/>
            <p:nvPr/>
          </p:nvSpPr>
          <p:spPr bwMode="white">
            <a:xfrm>
              <a:off x="8344036" y="4927183"/>
              <a:ext cx="410485" cy="373134"/>
            </a:xfrm>
            <a:custGeom>
              <a:avLst/>
              <a:gdLst>
                <a:gd name="connsiteX0" fmla="*/ 349262 w 410485"/>
                <a:gd name="connsiteY0" fmla="*/ 291598 h 373134"/>
                <a:gd name="connsiteX1" fmla="*/ 60702 w 410485"/>
                <a:gd name="connsiteY1" fmla="*/ 0 h 373134"/>
                <a:gd name="connsiteX2" fmla="*/ 26388 w 410485"/>
                <a:gd name="connsiteY2" fmla="*/ 0 h 373134"/>
                <a:gd name="connsiteX3" fmla="*/ 0 w 410485"/>
                <a:gd name="connsiteY3" fmla="*/ 0 h 373134"/>
                <a:gd name="connsiteX4" fmla="*/ 0 w 410485"/>
                <a:gd name="connsiteY4" fmla="*/ 373135 h 373134"/>
                <a:gd name="connsiteX5" fmla="*/ 60702 w 410485"/>
                <a:gd name="connsiteY5" fmla="*/ 373135 h 373134"/>
                <a:gd name="connsiteX6" fmla="*/ 60702 w 410485"/>
                <a:gd name="connsiteY6" fmla="*/ 81917 h 373134"/>
                <a:gd name="connsiteX7" fmla="*/ 349262 w 410485"/>
                <a:gd name="connsiteY7" fmla="*/ 373135 h 373134"/>
                <a:gd name="connsiteX8" fmla="*/ 410486 w 410485"/>
                <a:gd name="connsiteY8" fmla="*/ 373135 h 373134"/>
                <a:gd name="connsiteX9" fmla="*/ 410486 w 410485"/>
                <a:gd name="connsiteY9" fmla="*/ 0 h 373134"/>
                <a:gd name="connsiteX10" fmla="*/ 349262 w 410485"/>
                <a:gd name="connsiteY10" fmla="*/ 0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0485" h="373134">
                  <a:moveTo>
                    <a:pt x="349262" y="291598"/>
                  </a:moveTo>
                  <a:lnTo>
                    <a:pt x="60702" y="0"/>
                  </a:lnTo>
                  <a:lnTo>
                    <a:pt x="26388" y="0"/>
                  </a:lnTo>
                  <a:lnTo>
                    <a:pt x="0" y="0"/>
                  </a:lnTo>
                  <a:lnTo>
                    <a:pt x="0" y="373135"/>
                  </a:lnTo>
                  <a:lnTo>
                    <a:pt x="60702" y="373135"/>
                  </a:lnTo>
                  <a:lnTo>
                    <a:pt x="60702" y="81917"/>
                  </a:lnTo>
                  <a:lnTo>
                    <a:pt x="349262" y="373135"/>
                  </a:lnTo>
                  <a:lnTo>
                    <a:pt x="410486" y="373135"/>
                  </a:lnTo>
                  <a:lnTo>
                    <a:pt x="410486" y="0"/>
                  </a:lnTo>
                  <a:lnTo>
                    <a:pt x="349262" y="0"/>
                  </a:lnTo>
                  <a:close/>
                </a:path>
              </a:pathLst>
            </a:custGeom>
            <a:solidFill>
              <a:schemeClr val="bg1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CD107E4C-634D-4DED-A03F-46DF1723185F}"/>
                </a:ext>
              </a:extLst>
            </p:cNvPr>
            <p:cNvSpPr/>
            <p:nvPr/>
          </p:nvSpPr>
          <p:spPr bwMode="white">
            <a:xfrm>
              <a:off x="8863965" y="4927183"/>
              <a:ext cx="421876" cy="373134"/>
            </a:xfrm>
            <a:custGeom>
              <a:avLst/>
              <a:gdLst>
                <a:gd name="connsiteX0" fmla="*/ 355716 w 421876"/>
                <a:gd name="connsiteY0" fmla="*/ 0 h 373134"/>
                <a:gd name="connsiteX1" fmla="*/ 212955 w 421876"/>
                <a:gd name="connsiteY1" fmla="*/ 291598 h 373134"/>
                <a:gd name="connsiteX2" fmla="*/ 70146 w 421876"/>
                <a:gd name="connsiteY2" fmla="*/ 0 h 373134"/>
                <a:gd name="connsiteX3" fmla="*/ 0 w 421876"/>
                <a:gd name="connsiteY3" fmla="*/ 0 h 373134"/>
                <a:gd name="connsiteX4" fmla="*/ 187042 w 421876"/>
                <a:gd name="connsiteY4" fmla="*/ 373135 h 373134"/>
                <a:gd name="connsiteX5" fmla="*/ 235309 w 421876"/>
                <a:gd name="connsiteY5" fmla="*/ 373135 h 373134"/>
                <a:gd name="connsiteX6" fmla="*/ 421876 w 421876"/>
                <a:gd name="connsiteY6" fmla="*/ 0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21876" h="373134">
                  <a:moveTo>
                    <a:pt x="355716" y="0"/>
                  </a:moveTo>
                  <a:lnTo>
                    <a:pt x="212955" y="291598"/>
                  </a:lnTo>
                  <a:lnTo>
                    <a:pt x="70146" y="0"/>
                  </a:lnTo>
                  <a:lnTo>
                    <a:pt x="0" y="0"/>
                  </a:lnTo>
                  <a:lnTo>
                    <a:pt x="187042" y="373135"/>
                  </a:lnTo>
                  <a:lnTo>
                    <a:pt x="235309" y="373135"/>
                  </a:lnTo>
                  <a:lnTo>
                    <a:pt x="421876" y="0"/>
                  </a:lnTo>
                  <a:close/>
                </a:path>
              </a:pathLst>
            </a:custGeom>
            <a:solidFill>
              <a:schemeClr val="bg1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pic>
        <p:nvPicPr>
          <p:cNvPr id="41" name="TAGLINE WHITE">
            <a:extLst>
              <a:ext uri="{FF2B5EF4-FFF2-40B4-BE49-F238E27FC236}">
                <a16:creationId xmlns:a16="http://schemas.microsoft.com/office/drawing/2014/main" id="{A98F511B-B3B4-46F3-ACF7-28F2D6378C2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50400" y="539750"/>
            <a:ext cx="1702800" cy="11065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751" y="1730375"/>
            <a:ext cx="8290798" cy="2985625"/>
          </a:xfrm>
        </p:spPr>
        <p:txBody>
          <a:bodyPr anchor="b" anchorCtr="0">
            <a:noAutofit/>
          </a:bodyPr>
          <a:lstStyle>
            <a:lvl1pPr algn="l">
              <a:lnSpc>
                <a:spcPct val="83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add title</a:t>
            </a:r>
            <a:endParaRPr lang="en-GB" dirty="0"/>
          </a:p>
        </p:txBody>
      </p:sp>
      <p:sp>
        <p:nvSpPr>
          <p:cNvPr id="31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40000" y="4946400"/>
            <a:ext cx="8290798" cy="648072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83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add subtitle</a:t>
            </a:r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2D590D-63DF-49A5-B495-2B2E9EA7D2A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39748" y="5768975"/>
            <a:ext cx="8291049" cy="277813"/>
          </a:xfrm>
        </p:spPr>
        <p:txBody>
          <a:bodyPr anchor="b" anchorCtr="0"/>
          <a:lstStyle>
            <a:lvl1pPr marL="0" indent="0">
              <a:lnSpc>
                <a:spcPct val="83000"/>
              </a:lnSpc>
              <a:spcBef>
                <a:spcPts val="0"/>
              </a:spcBef>
              <a:buNone/>
              <a:tabLst/>
              <a:defRPr sz="1400" b="0">
                <a:solidFill>
                  <a:schemeClr val="bg1"/>
                </a:solidFill>
              </a:defRPr>
            </a:lvl1pPr>
            <a:lvl2pPr marL="0" indent="0">
              <a:lnSpc>
                <a:spcPct val="83000"/>
              </a:lnSpc>
              <a:spcBef>
                <a:spcPts val="0"/>
              </a:spcBef>
              <a:buNone/>
              <a:tabLst/>
              <a:defRPr sz="1400" b="0"/>
            </a:lvl2pPr>
            <a:lvl3pPr marL="0" indent="0">
              <a:lnSpc>
                <a:spcPct val="83000"/>
              </a:lnSpc>
              <a:spcBef>
                <a:spcPts val="0"/>
              </a:spcBef>
              <a:buNone/>
              <a:tabLst/>
              <a:defRPr sz="1400" b="0"/>
            </a:lvl3pPr>
            <a:lvl4pPr marL="0" indent="0">
              <a:lnSpc>
                <a:spcPct val="83000"/>
              </a:lnSpc>
              <a:spcBef>
                <a:spcPts val="0"/>
              </a:spcBef>
              <a:buNone/>
              <a:tabLst/>
              <a:defRPr sz="1400" b="0"/>
            </a:lvl4pPr>
            <a:lvl5pPr marL="0" indent="0">
              <a:lnSpc>
                <a:spcPct val="83000"/>
              </a:lnSpc>
              <a:spcBef>
                <a:spcPts val="0"/>
              </a:spcBef>
              <a:buNone/>
              <a:tabLst/>
              <a:defRPr sz="1400" b="0"/>
            </a:lvl5pPr>
          </a:lstStyle>
          <a:p>
            <a:pPr lvl="0"/>
            <a:r>
              <a:rPr lang="en-GB"/>
              <a:t>Click to add name, title etc..</a:t>
            </a:r>
            <a:endParaRPr lang="en-GB" dirty="0"/>
          </a:p>
        </p:txBody>
      </p:sp>
      <p:sp>
        <p:nvSpPr>
          <p:cNvPr id="13" name="Date Placeholder 12"/>
          <p:cNvSpPr>
            <a:spLocks noGrp="1"/>
          </p:cNvSpPr>
          <p:nvPr>
            <p:ph type="dt" sz="half" idx="15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24" name="Footer Placeholder 23"/>
          <p:cNvSpPr>
            <a:spLocks noGrp="1"/>
          </p:cNvSpPr>
          <p:nvPr>
            <p:ph type="ftr" sz="quarter" idx="16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en-GB" dirty="0">
              <a:noFill/>
            </a:endParaRPr>
          </a:p>
        </p:txBody>
      </p:sp>
      <p:sp>
        <p:nvSpPr>
          <p:cNvPr id="25" name="Slide Number Placeholder 24"/>
          <p:cNvSpPr>
            <a:spLocks noGrp="1"/>
          </p:cNvSpPr>
          <p:nvPr>
            <p:ph type="sldNum" sz="quarter" idx="17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5BA07366-CB75-4AA8-9E5B-928B849F427C}" type="slidenum">
              <a:rPr lang="en-GB" smtClean="0"/>
              <a:pPr/>
              <a:t>‹#›</a:t>
            </a:fld>
            <a:endParaRPr lang="en-GB" sz="100" dirty="0"/>
          </a:p>
        </p:txBody>
      </p:sp>
      <p:sp>
        <p:nvSpPr>
          <p:cNvPr id="40" name="SD_FLD_DocumentDate">
            <a:extLst>
              <a:ext uri="{FF2B5EF4-FFF2-40B4-BE49-F238E27FC236}">
                <a16:creationId xmlns:a16="http://schemas.microsoft.com/office/drawing/2014/main" id="{7E2B10C4-BD8D-4AE7-9B25-DFBE307FFE4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40001" y="6161675"/>
            <a:ext cx="8290796" cy="1819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t" anchorCtr="0"/>
          <a:lstStyle/>
          <a:p>
            <a:pPr algn="l">
              <a:lnSpc>
                <a:spcPct val="83000"/>
              </a:lnSpc>
              <a:spcBef>
                <a:spcPts val="0"/>
              </a:spcBef>
            </a:pPr>
            <a:r>
              <a:rPr lang="en-GB" altLang="ja-JP" sz="1400" cap="none" baseline="0">
                <a:solidFill>
                  <a:schemeClr val="bg1"/>
                </a:solidFill>
                <a:ea typeface="ＭＳ Ｐゴシック" charset="-128"/>
                <a:cs typeface="Arial" charset="0"/>
              </a:rPr>
              <a:t>24 April 2024</a:t>
            </a:r>
            <a:endParaRPr lang="en-GB" altLang="ja-JP" sz="1400" cap="none" baseline="0" dirty="0">
              <a:solidFill>
                <a:schemeClr val="bg1"/>
              </a:solidFill>
              <a:ea typeface="ＭＳ Ｐゴシック" charset="-128"/>
              <a:cs typeface="Arial" charset="0"/>
            </a:endParaRPr>
          </a:p>
        </p:txBody>
      </p:sp>
      <p:sp>
        <p:nvSpPr>
          <p:cNvPr id="29" name="_SD_FLD_DocumentNumber"/>
          <p:cNvSpPr txBox="1">
            <a:spLocks noChangeArrowheads="1"/>
          </p:cNvSpPr>
          <p:nvPr userDrawn="1"/>
        </p:nvSpPr>
        <p:spPr bwMode="auto">
          <a:xfrm>
            <a:off x="540001" y="6440400"/>
            <a:ext cx="1701550" cy="15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t" anchorCtr="0"/>
          <a:lstStyle/>
          <a:p>
            <a:pPr algn="l">
              <a:spcBef>
                <a:spcPts val="0"/>
              </a:spcBef>
            </a:pPr>
            <a:endParaRPr lang="en-GB" altLang="ja-JP" sz="700" dirty="0">
              <a:solidFill>
                <a:schemeClr val="bg1"/>
              </a:solidFill>
              <a:ea typeface="ＭＳ Ｐゴシック" charset="-128"/>
              <a:cs typeface="Arial" charset="0"/>
            </a:endParaRPr>
          </a:p>
        </p:txBody>
      </p:sp>
      <p:sp>
        <p:nvSpPr>
          <p:cNvPr id="22" name="SD_FLD_Draft" hidden="1">
            <a:extLst>
              <a:ext uri="{FF2B5EF4-FFF2-40B4-BE49-F238E27FC236}">
                <a16:creationId xmlns:a16="http://schemas.microsoft.com/office/drawing/2014/main" id="{D3B7CDF1-E10F-4E39-9E5D-AE11897E4C1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243513" y="6232324"/>
            <a:ext cx="1700337" cy="208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14400" rIns="0" bIns="0" anchor="t" anchorCtr="0"/>
          <a:lstStyle/>
          <a:p>
            <a:pPr algn="ctr">
              <a:lnSpc>
                <a:spcPct val="83000"/>
              </a:lnSpc>
              <a:spcBef>
                <a:spcPts val="0"/>
              </a:spcBef>
            </a:pPr>
            <a:r>
              <a:rPr lang="en-GB" altLang="ja-JP" sz="1600" b="0" cap="all" baseline="0" dirty="0">
                <a:solidFill>
                  <a:srgbClr val="C4262E"/>
                </a:solidFill>
                <a:ea typeface="ＭＳ Ｐゴシック" charset="-128"/>
                <a:cs typeface="Arial" charset="0"/>
              </a:rPr>
              <a:t>DRAFT</a:t>
            </a:r>
          </a:p>
        </p:txBody>
      </p:sp>
      <p:sp>
        <p:nvSpPr>
          <p:cNvPr id="21" name="SD_FLD_Confidentiality">
            <a:extLst>
              <a:ext uri="{FF2B5EF4-FFF2-40B4-BE49-F238E27FC236}">
                <a16:creationId xmlns:a16="http://schemas.microsoft.com/office/drawing/2014/main" id="{B504DBE6-F10B-43A3-A35B-E9AA5F4CDC43}"/>
              </a:ext>
            </a:extLst>
          </p:cNvPr>
          <p:cNvSpPr/>
          <p:nvPr userDrawn="1"/>
        </p:nvSpPr>
        <p:spPr>
          <a:xfrm>
            <a:off x="7131600" y="6440400"/>
            <a:ext cx="2440800" cy="151200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0" algn="ctr" defTabSz="914400" rtl="0" eaLnBrk="1" latinLnBrk="0" hangingPunct="1">
              <a:lnSpc>
                <a:spcPct val="100000"/>
              </a:lnSpc>
              <a:spcBef>
                <a:spcPts val="0"/>
              </a:spcBef>
            </a:pPr>
            <a:endParaRPr lang="en-GB" sz="700" b="0" kern="1200" cap="all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87804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dark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/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lIns="9000000" tIns="612000" rIns="180000" anchor="ctr" anchorCtr="0"/>
          <a:lstStyle>
            <a:lvl1pPr marL="0" indent="0" algn="l">
              <a:buFontTx/>
              <a:buNone/>
              <a:defRPr sz="1600" b="0">
                <a:solidFill>
                  <a:schemeClr val="accent4"/>
                </a:solidFill>
              </a:defRPr>
            </a:lvl1pPr>
          </a:lstStyle>
          <a:p>
            <a:r>
              <a:rPr lang="en-GB"/>
              <a:t>Click on picture frame to insert background picture, click on DNV-menu / Image Tools-button / Choose Insert or Paste</a:t>
            </a:r>
            <a:endParaRPr lang="en-GB" dirty="0"/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E36BC1AE-8CBE-4EA7-85B1-05A9468D91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751" y="1730375"/>
            <a:ext cx="8290798" cy="2985625"/>
          </a:xfrm>
        </p:spPr>
        <p:txBody>
          <a:bodyPr anchor="b" anchorCtr="0">
            <a:noAutofit/>
          </a:bodyPr>
          <a:lstStyle>
            <a:lvl1pPr>
              <a:lnSpc>
                <a:spcPct val="90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add title</a:t>
            </a:r>
            <a:endParaRPr lang="en-GB" dirty="0"/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52A4BCE6-B178-4BF6-BBA3-BC5CCD7F111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40000" y="4946400"/>
            <a:ext cx="8290798" cy="648072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83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add subtitle</a:t>
            </a:r>
            <a:endParaRPr lang="en-GB" dirty="0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FD03B31E-37CD-4AFE-AF40-02CD8886519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39748" y="5768975"/>
            <a:ext cx="8291049" cy="277813"/>
          </a:xfrm>
        </p:spPr>
        <p:txBody>
          <a:bodyPr anchor="b" anchorCtr="0"/>
          <a:lstStyle>
            <a:lvl1pPr marL="0" indent="0">
              <a:lnSpc>
                <a:spcPct val="83000"/>
              </a:lnSpc>
              <a:spcBef>
                <a:spcPts val="0"/>
              </a:spcBef>
              <a:buNone/>
              <a:tabLst/>
              <a:defRPr sz="1400" b="0">
                <a:solidFill>
                  <a:schemeClr val="bg1"/>
                </a:solidFill>
              </a:defRPr>
            </a:lvl1pPr>
            <a:lvl2pPr marL="0" indent="0">
              <a:lnSpc>
                <a:spcPct val="83000"/>
              </a:lnSpc>
              <a:spcBef>
                <a:spcPts val="0"/>
              </a:spcBef>
              <a:buNone/>
              <a:tabLst/>
              <a:defRPr sz="1400" b="0"/>
            </a:lvl2pPr>
            <a:lvl3pPr marL="0" indent="0">
              <a:lnSpc>
                <a:spcPct val="83000"/>
              </a:lnSpc>
              <a:spcBef>
                <a:spcPts val="0"/>
              </a:spcBef>
              <a:buNone/>
              <a:tabLst/>
              <a:defRPr sz="1400" b="0"/>
            </a:lvl3pPr>
            <a:lvl4pPr marL="0" indent="0">
              <a:lnSpc>
                <a:spcPct val="83000"/>
              </a:lnSpc>
              <a:spcBef>
                <a:spcPts val="0"/>
              </a:spcBef>
              <a:buNone/>
              <a:tabLst/>
              <a:defRPr sz="1400" b="0"/>
            </a:lvl4pPr>
            <a:lvl5pPr marL="0" indent="0">
              <a:lnSpc>
                <a:spcPct val="83000"/>
              </a:lnSpc>
              <a:spcBef>
                <a:spcPts val="0"/>
              </a:spcBef>
              <a:buNone/>
              <a:tabLst/>
              <a:defRPr sz="1400" b="0"/>
            </a:lvl5pPr>
          </a:lstStyle>
          <a:p>
            <a:pPr lvl="0"/>
            <a:r>
              <a:rPr lang="en-GB"/>
              <a:t>Click to add name, title etc..</a:t>
            </a:r>
            <a:endParaRPr lang="en-GB" dirty="0"/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968AF7DD-9CF9-4309-AF51-B7660362642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0000" y="6128743"/>
            <a:ext cx="8290797" cy="214833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400">
                <a:solidFill>
                  <a:schemeClr val="bg1"/>
                </a:solidFill>
              </a:defRPr>
            </a:lvl1pPr>
            <a:lvl2pPr marL="0" indent="0">
              <a:buNone/>
              <a:defRPr sz="1200"/>
            </a:lvl2pPr>
            <a:lvl3pPr marL="0" indent="0">
              <a:buNone/>
              <a:defRPr sz="1200"/>
            </a:lvl3pPr>
            <a:lvl4pPr marL="0" indent="0">
              <a:buNone/>
              <a:defRPr sz="1200"/>
            </a:lvl4pPr>
            <a:lvl5pPr marL="0" indent="0">
              <a:buNone/>
              <a:defRPr sz="1200"/>
            </a:lvl5pPr>
          </a:lstStyle>
          <a:p>
            <a:pPr lvl="0"/>
            <a:r>
              <a:rPr lang="en-GB"/>
              <a:t>Insert date DD Month Year</a:t>
            </a:r>
            <a:endParaRPr lang="en-GB" dirty="0"/>
          </a:p>
        </p:txBody>
      </p:sp>
      <p:sp>
        <p:nvSpPr>
          <p:cNvPr id="41" name="Date Placeholder 12" hidden="1">
            <a:extLst>
              <a:ext uri="{FF2B5EF4-FFF2-40B4-BE49-F238E27FC236}">
                <a16:creationId xmlns:a16="http://schemas.microsoft.com/office/drawing/2014/main" id="{F8C7B2A1-0C6D-4367-B22A-DB1D1248E7E8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42" name="Footer Placeholder 23" hidden="1">
            <a:extLst>
              <a:ext uri="{FF2B5EF4-FFF2-40B4-BE49-F238E27FC236}">
                <a16:creationId xmlns:a16="http://schemas.microsoft.com/office/drawing/2014/main" id="{70E9D16D-FE2F-4908-ABD5-BB45ECB4099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en-GB" dirty="0">
              <a:noFill/>
            </a:endParaRPr>
          </a:p>
        </p:txBody>
      </p:sp>
      <p:sp>
        <p:nvSpPr>
          <p:cNvPr id="43" name="Slide Number Placeholder 24" hidden="1">
            <a:extLst>
              <a:ext uri="{FF2B5EF4-FFF2-40B4-BE49-F238E27FC236}">
                <a16:creationId xmlns:a16="http://schemas.microsoft.com/office/drawing/2014/main" id="{393087B7-ABFA-4120-819F-40E9D4ED116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5BA07366-CB75-4AA8-9E5B-928B849F427C}" type="slidenum">
              <a:rPr lang="en-GB" smtClean="0"/>
              <a:pPr/>
              <a:t>‹#›</a:t>
            </a:fld>
            <a:endParaRPr lang="en-GB" sz="100" dirty="0"/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91479EF3-988A-4C9C-ADDB-C1D212A272B4}"/>
              </a:ext>
            </a:extLst>
          </p:cNvPr>
          <p:cNvSpPr>
            <a:spLocks noGrp="1" noChangeAspect="1"/>
          </p:cNvSpPr>
          <p:nvPr userDrawn="1">
            <p:ph type="body" sz="quarter" idx="22" hasCustomPrompt="1"/>
          </p:nvPr>
        </p:nvSpPr>
        <p:spPr bwMode="white">
          <a:xfrm>
            <a:off x="540000" y="540000"/>
            <a:ext cx="1702800" cy="727238"/>
          </a:xfrm>
          <a:custGeom>
            <a:avLst/>
            <a:gdLst>
              <a:gd name="connsiteX0" fmla="*/ 4835251 w 9270620"/>
              <a:gd name="connsiteY0" fmla="*/ 2948180 h 3959325"/>
              <a:gd name="connsiteX1" fmla="*/ 4835251 w 9270620"/>
              <a:gd name="connsiteY1" fmla="*/ 3779899 h 3959325"/>
              <a:gd name="connsiteX2" fmla="*/ 5282830 w 9270620"/>
              <a:gd name="connsiteY2" fmla="*/ 3779899 h 3959325"/>
              <a:gd name="connsiteX3" fmla="*/ 5590803 w 9270620"/>
              <a:gd name="connsiteY3" fmla="*/ 3686324 h 3959325"/>
              <a:gd name="connsiteX4" fmla="*/ 5693918 w 9270620"/>
              <a:gd name="connsiteY4" fmla="*/ 3399093 h 3959325"/>
              <a:gd name="connsiteX5" fmla="*/ 5693918 w 9270620"/>
              <a:gd name="connsiteY5" fmla="*/ 3329139 h 3959325"/>
              <a:gd name="connsiteX6" fmla="*/ 5590803 w 9270620"/>
              <a:gd name="connsiteY6" fmla="*/ 3039484 h 3959325"/>
              <a:gd name="connsiteX7" fmla="*/ 5282830 w 9270620"/>
              <a:gd name="connsiteY7" fmla="*/ 2948180 h 3959325"/>
              <a:gd name="connsiteX8" fmla="*/ 7923941 w 9270620"/>
              <a:gd name="connsiteY8" fmla="*/ 2768907 h 3959325"/>
              <a:gd name="connsiteX9" fmla="*/ 8147729 w 9270620"/>
              <a:gd name="connsiteY9" fmla="*/ 2768907 h 3959325"/>
              <a:gd name="connsiteX10" fmla="*/ 8603334 w 9270620"/>
              <a:gd name="connsiteY10" fmla="*/ 3699197 h 3959325"/>
              <a:gd name="connsiteX11" fmla="*/ 9058787 w 9270620"/>
              <a:gd name="connsiteY11" fmla="*/ 2768907 h 3959325"/>
              <a:gd name="connsiteX12" fmla="*/ 9269858 w 9270620"/>
              <a:gd name="connsiteY12" fmla="*/ 2768907 h 3959325"/>
              <a:gd name="connsiteX13" fmla="*/ 8674651 w 9270620"/>
              <a:gd name="connsiteY13" fmla="*/ 3959325 h 3959325"/>
              <a:gd name="connsiteX14" fmla="*/ 8520664 w 9270620"/>
              <a:gd name="connsiteY14" fmla="*/ 3959325 h 3959325"/>
              <a:gd name="connsiteX15" fmla="*/ 6265204 w 9270620"/>
              <a:gd name="connsiteY15" fmla="*/ 2768907 h 3959325"/>
              <a:gd name="connsiteX16" fmla="*/ 6349390 w 9270620"/>
              <a:gd name="connsiteY16" fmla="*/ 2768907 h 3959325"/>
              <a:gd name="connsiteX17" fmla="*/ 6458862 w 9270620"/>
              <a:gd name="connsiteY17" fmla="*/ 2768907 h 3959325"/>
              <a:gd name="connsiteX18" fmla="*/ 7379459 w 9270620"/>
              <a:gd name="connsiteY18" fmla="*/ 3699197 h 3959325"/>
              <a:gd name="connsiteX19" fmla="*/ 7379459 w 9270620"/>
              <a:gd name="connsiteY19" fmla="*/ 2768907 h 3959325"/>
              <a:gd name="connsiteX20" fmla="*/ 7574783 w 9270620"/>
              <a:gd name="connsiteY20" fmla="*/ 2768907 h 3959325"/>
              <a:gd name="connsiteX21" fmla="*/ 7574783 w 9270620"/>
              <a:gd name="connsiteY21" fmla="*/ 3959325 h 3959325"/>
              <a:gd name="connsiteX22" fmla="*/ 7379459 w 9270620"/>
              <a:gd name="connsiteY22" fmla="*/ 3959325 h 3959325"/>
              <a:gd name="connsiteX23" fmla="*/ 6458862 w 9270620"/>
              <a:gd name="connsiteY23" fmla="*/ 3030248 h 3959325"/>
              <a:gd name="connsiteX24" fmla="*/ 6458862 w 9270620"/>
              <a:gd name="connsiteY24" fmla="*/ 3959325 h 3959325"/>
              <a:gd name="connsiteX25" fmla="*/ 6265204 w 9270620"/>
              <a:gd name="connsiteY25" fmla="*/ 3959325 h 3959325"/>
              <a:gd name="connsiteX26" fmla="*/ 4636746 w 9270620"/>
              <a:gd name="connsiteY26" fmla="*/ 2768907 h 3959325"/>
              <a:gd name="connsiteX27" fmla="*/ 4725625 w 9270620"/>
              <a:gd name="connsiteY27" fmla="*/ 2768907 h 3959325"/>
              <a:gd name="connsiteX28" fmla="*/ 4835098 w 9270620"/>
              <a:gd name="connsiteY28" fmla="*/ 2768907 h 3959325"/>
              <a:gd name="connsiteX29" fmla="*/ 5281164 w 9270620"/>
              <a:gd name="connsiteY29" fmla="*/ 2768907 h 3959325"/>
              <a:gd name="connsiteX30" fmla="*/ 5606551 w 9270620"/>
              <a:gd name="connsiteY30" fmla="*/ 2830078 h 3959325"/>
              <a:gd name="connsiteX31" fmla="*/ 5816110 w 9270620"/>
              <a:gd name="connsiteY31" fmla="*/ 3014048 h 3959325"/>
              <a:gd name="connsiteX32" fmla="*/ 5889091 w 9270620"/>
              <a:gd name="connsiteY32" fmla="*/ 3322781 h 3959325"/>
              <a:gd name="connsiteX33" fmla="*/ 5889091 w 9270620"/>
              <a:gd name="connsiteY33" fmla="*/ 3405301 h 3959325"/>
              <a:gd name="connsiteX34" fmla="*/ 5816110 w 9270620"/>
              <a:gd name="connsiteY34" fmla="*/ 3714035 h 3959325"/>
              <a:gd name="connsiteX35" fmla="*/ 5606551 w 9270620"/>
              <a:gd name="connsiteY35" fmla="*/ 3898154 h 3959325"/>
              <a:gd name="connsiteX36" fmla="*/ 5281164 w 9270620"/>
              <a:gd name="connsiteY36" fmla="*/ 3959325 h 3959325"/>
              <a:gd name="connsiteX37" fmla="*/ 4835098 w 9270620"/>
              <a:gd name="connsiteY37" fmla="*/ 3959325 h 3959325"/>
              <a:gd name="connsiteX38" fmla="*/ 4725625 w 9270620"/>
              <a:gd name="connsiteY38" fmla="*/ 3959325 h 3959325"/>
              <a:gd name="connsiteX39" fmla="*/ 4636746 w 9270620"/>
              <a:gd name="connsiteY39" fmla="*/ 3959325 h 3959325"/>
              <a:gd name="connsiteX40" fmla="*/ 0 w 9270620"/>
              <a:gd name="connsiteY40" fmla="*/ 1844070 h 3959325"/>
              <a:gd name="connsiteX41" fmla="*/ 9270620 w 9270620"/>
              <a:gd name="connsiteY41" fmla="*/ 1844070 h 3959325"/>
              <a:gd name="connsiteX42" fmla="*/ 9270620 w 9270620"/>
              <a:gd name="connsiteY42" fmla="*/ 2212762 h 3959325"/>
              <a:gd name="connsiteX43" fmla="*/ 0 w 9270620"/>
              <a:gd name="connsiteY43" fmla="*/ 2212762 h 3959325"/>
              <a:gd name="connsiteX44" fmla="*/ 0 w 9270620"/>
              <a:gd name="connsiteY44" fmla="*/ 1475528 h 3959325"/>
              <a:gd name="connsiteX45" fmla="*/ 9270620 w 9270620"/>
              <a:gd name="connsiteY45" fmla="*/ 1475528 h 3959325"/>
              <a:gd name="connsiteX46" fmla="*/ 9270620 w 9270620"/>
              <a:gd name="connsiteY46" fmla="*/ 1660101 h 3959325"/>
              <a:gd name="connsiteX47" fmla="*/ 0 w 9270620"/>
              <a:gd name="connsiteY47" fmla="*/ 1660101 h 3959325"/>
              <a:gd name="connsiteX48" fmla="*/ 0 w 9270620"/>
              <a:gd name="connsiteY48" fmla="*/ 0 h 3959325"/>
              <a:gd name="connsiteX49" fmla="*/ 9270620 w 9270620"/>
              <a:gd name="connsiteY49" fmla="*/ 0 h 3959325"/>
              <a:gd name="connsiteX50" fmla="*/ 9270620 w 9270620"/>
              <a:gd name="connsiteY50" fmla="*/ 1106839 h 3959325"/>
              <a:gd name="connsiteX51" fmla="*/ 0 w 9270620"/>
              <a:gd name="connsiteY51" fmla="*/ 1106839 h 3959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9270620" h="3959325">
                <a:moveTo>
                  <a:pt x="4835251" y="2948180"/>
                </a:moveTo>
                <a:lnTo>
                  <a:pt x="4835251" y="3779899"/>
                </a:lnTo>
                <a:lnTo>
                  <a:pt x="5282830" y="3779899"/>
                </a:lnTo>
                <a:cubicBezTo>
                  <a:pt x="5419404" y="3779899"/>
                  <a:pt x="5522065" y="3748707"/>
                  <a:pt x="5590803" y="3686324"/>
                </a:cubicBezTo>
                <a:cubicBezTo>
                  <a:pt x="5659548" y="3623943"/>
                  <a:pt x="5693918" y="3528250"/>
                  <a:pt x="5693918" y="3399093"/>
                </a:cubicBezTo>
                <a:lnTo>
                  <a:pt x="5693918" y="3329139"/>
                </a:lnTo>
                <a:cubicBezTo>
                  <a:pt x="5693918" y="3196955"/>
                  <a:pt x="5659548" y="3100352"/>
                  <a:pt x="5590803" y="3039484"/>
                </a:cubicBezTo>
                <a:cubicBezTo>
                  <a:pt x="5521912" y="2978616"/>
                  <a:pt x="5419404" y="2948180"/>
                  <a:pt x="5282830" y="2948180"/>
                </a:cubicBezTo>
                <a:close/>
                <a:moveTo>
                  <a:pt x="7923941" y="2768907"/>
                </a:moveTo>
                <a:lnTo>
                  <a:pt x="8147729" y="2768907"/>
                </a:lnTo>
                <a:lnTo>
                  <a:pt x="8603334" y="3699197"/>
                </a:lnTo>
                <a:lnTo>
                  <a:pt x="9058787" y="2768907"/>
                </a:lnTo>
                <a:lnTo>
                  <a:pt x="9269858" y="2768907"/>
                </a:lnTo>
                <a:lnTo>
                  <a:pt x="8674651" y="3959325"/>
                </a:lnTo>
                <a:lnTo>
                  <a:pt x="8520664" y="3959325"/>
                </a:lnTo>
                <a:close/>
                <a:moveTo>
                  <a:pt x="6265204" y="2768907"/>
                </a:moveTo>
                <a:lnTo>
                  <a:pt x="6349390" y="2768907"/>
                </a:lnTo>
                <a:lnTo>
                  <a:pt x="6458862" y="2768907"/>
                </a:lnTo>
                <a:lnTo>
                  <a:pt x="7379459" y="3699197"/>
                </a:lnTo>
                <a:lnTo>
                  <a:pt x="7379459" y="2768907"/>
                </a:lnTo>
                <a:lnTo>
                  <a:pt x="7574783" y="2768907"/>
                </a:lnTo>
                <a:lnTo>
                  <a:pt x="7574783" y="3959325"/>
                </a:lnTo>
                <a:lnTo>
                  <a:pt x="7379459" y="3959325"/>
                </a:lnTo>
                <a:lnTo>
                  <a:pt x="6458862" y="3030248"/>
                </a:lnTo>
                <a:lnTo>
                  <a:pt x="6458862" y="3959325"/>
                </a:lnTo>
                <a:lnTo>
                  <a:pt x="6265204" y="3959325"/>
                </a:lnTo>
                <a:close/>
                <a:moveTo>
                  <a:pt x="4636746" y="2768907"/>
                </a:moveTo>
                <a:lnTo>
                  <a:pt x="4725625" y="2768907"/>
                </a:lnTo>
                <a:lnTo>
                  <a:pt x="4835098" y="2768907"/>
                </a:lnTo>
                <a:lnTo>
                  <a:pt x="5281164" y="2768907"/>
                </a:lnTo>
                <a:cubicBezTo>
                  <a:pt x="5407140" y="2768907"/>
                  <a:pt x="5515553" y="2789347"/>
                  <a:pt x="5606551" y="2830078"/>
                </a:cubicBezTo>
                <a:cubicBezTo>
                  <a:pt x="5697551" y="2870809"/>
                  <a:pt x="5767352" y="2932130"/>
                  <a:pt x="5816110" y="3014048"/>
                </a:cubicBezTo>
                <a:cubicBezTo>
                  <a:pt x="5864711" y="3096112"/>
                  <a:pt x="5889091" y="3198923"/>
                  <a:pt x="5889091" y="3322781"/>
                </a:cubicBezTo>
                <a:lnTo>
                  <a:pt x="5889091" y="3405301"/>
                </a:lnTo>
                <a:cubicBezTo>
                  <a:pt x="5889091" y="3529156"/>
                  <a:pt x="5864711" y="3631967"/>
                  <a:pt x="5816110" y="3714035"/>
                </a:cubicBezTo>
                <a:cubicBezTo>
                  <a:pt x="5767352" y="3796099"/>
                  <a:pt x="5697551" y="3857423"/>
                  <a:pt x="5606551" y="3898154"/>
                </a:cubicBezTo>
                <a:cubicBezTo>
                  <a:pt x="5515553" y="3938885"/>
                  <a:pt x="5407140" y="3959325"/>
                  <a:pt x="5281164" y="3959325"/>
                </a:cubicBezTo>
                <a:lnTo>
                  <a:pt x="4835098" y="3959325"/>
                </a:lnTo>
                <a:lnTo>
                  <a:pt x="4725625" y="3959325"/>
                </a:lnTo>
                <a:lnTo>
                  <a:pt x="4636746" y="3959325"/>
                </a:lnTo>
                <a:close/>
                <a:moveTo>
                  <a:pt x="0" y="1844070"/>
                </a:moveTo>
                <a:lnTo>
                  <a:pt x="9270620" y="1844070"/>
                </a:lnTo>
                <a:lnTo>
                  <a:pt x="9270620" y="2212762"/>
                </a:lnTo>
                <a:lnTo>
                  <a:pt x="0" y="2212762"/>
                </a:lnTo>
                <a:close/>
                <a:moveTo>
                  <a:pt x="0" y="1475528"/>
                </a:moveTo>
                <a:lnTo>
                  <a:pt x="9270620" y="1475528"/>
                </a:lnTo>
                <a:lnTo>
                  <a:pt x="9270620" y="1660101"/>
                </a:lnTo>
                <a:lnTo>
                  <a:pt x="0" y="1660101"/>
                </a:lnTo>
                <a:close/>
                <a:moveTo>
                  <a:pt x="0" y="0"/>
                </a:moveTo>
                <a:lnTo>
                  <a:pt x="9270620" y="0"/>
                </a:lnTo>
                <a:lnTo>
                  <a:pt x="9270620" y="1106839"/>
                </a:lnTo>
                <a:lnTo>
                  <a:pt x="0" y="1106839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buNone/>
              <a:defRPr sz="100">
                <a:noFill/>
              </a:defRPr>
            </a:lvl1pPr>
          </a:lstStyle>
          <a:p>
            <a:pPr lvl="0"/>
            <a:r>
              <a:rPr lang="en-GB"/>
              <a:t>.</a:t>
            </a:r>
            <a:endParaRPr lang="en-GB" dirty="0"/>
          </a:p>
        </p:txBody>
      </p:sp>
      <p:sp>
        <p:nvSpPr>
          <p:cNvPr id="15" name="Text Placeholder 53">
            <a:extLst>
              <a:ext uri="{FF2B5EF4-FFF2-40B4-BE49-F238E27FC236}">
                <a16:creationId xmlns:a16="http://schemas.microsoft.com/office/drawing/2014/main" id="{E5AF79C5-94DD-46C5-8CC3-1113D3AF2285}"/>
              </a:ext>
            </a:extLst>
          </p:cNvPr>
          <p:cNvSpPr>
            <a:spLocks noGrp="1" noChangeAspect="1"/>
          </p:cNvSpPr>
          <p:nvPr>
            <p:ph type="body" sz="quarter" idx="23" hasCustomPrompt="1"/>
          </p:nvPr>
        </p:nvSpPr>
        <p:spPr bwMode="white">
          <a:xfrm>
            <a:off x="9950287" y="540000"/>
            <a:ext cx="1702800" cy="110911"/>
          </a:xfrm>
          <a:prstGeom prst="rect">
            <a:avLst/>
          </a:pr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buNone/>
              <a:defRPr sz="100">
                <a:noFill/>
              </a:defRPr>
            </a:lvl1pPr>
          </a:lstStyle>
          <a:p>
            <a:pPr lvl="0"/>
            <a:r>
              <a:rPr lang="en-GB"/>
              <a:t>.</a:t>
            </a:r>
            <a:endParaRPr lang="en-GB" dirty="0"/>
          </a:p>
        </p:txBody>
      </p:sp>
      <p:sp>
        <p:nvSpPr>
          <p:cNvPr id="39" name="_SD_FLD_DocumentNumber">
            <a:extLst>
              <a:ext uri="{FF2B5EF4-FFF2-40B4-BE49-F238E27FC236}">
                <a16:creationId xmlns:a16="http://schemas.microsoft.com/office/drawing/2014/main" id="{6D4A75F9-9621-4F28-A6CF-B645F5EF9C9F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40001" y="6440400"/>
            <a:ext cx="1701550" cy="15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t" anchorCtr="0"/>
          <a:lstStyle/>
          <a:p>
            <a:pPr algn="l">
              <a:spcBef>
                <a:spcPts val="0"/>
              </a:spcBef>
            </a:pPr>
            <a:endParaRPr lang="en-GB" altLang="ja-JP" sz="700" dirty="0">
              <a:solidFill>
                <a:schemeClr val="bg1"/>
              </a:solidFill>
              <a:ea typeface="ＭＳ Ｐゴシック" charset="-128"/>
              <a:cs typeface="Arial" charset="0"/>
            </a:endParaRPr>
          </a:p>
        </p:txBody>
      </p:sp>
      <p:sp>
        <p:nvSpPr>
          <p:cNvPr id="16" name="SD_FLD_Draft" hidden="1">
            <a:extLst>
              <a:ext uri="{FF2B5EF4-FFF2-40B4-BE49-F238E27FC236}">
                <a16:creationId xmlns:a16="http://schemas.microsoft.com/office/drawing/2014/main" id="{AD5BBEBA-5503-4301-834E-0266E3956A0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243513" y="6232324"/>
            <a:ext cx="1700337" cy="208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14400" rIns="0" bIns="0" anchor="t" anchorCtr="0"/>
          <a:lstStyle/>
          <a:p>
            <a:pPr algn="ctr">
              <a:lnSpc>
                <a:spcPct val="83000"/>
              </a:lnSpc>
              <a:spcBef>
                <a:spcPts val="0"/>
              </a:spcBef>
            </a:pPr>
            <a:r>
              <a:rPr lang="en-GB" altLang="ja-JP" sz="1600" b="0" cap="all" baseline="0" dirty="0">
                <a:solidFill>
                  <a:srgbClr val="C4262E"/>
                </a:solidFill>
                <a:ea typeface="ＭＳ Ｐゴシック" charset="-128"/>
                <a:cs typeface="Arial" charset="0"/>
              </a:rPr>
              <a:t>DRAFT</a:t>
            </a:r>
          </a:p>
        </p:txBody>
      </p:sp>
      <p:sp>
        <p:nvSpPr>
          <p:cNvPr id="17" name="SD_FLD_Confidentiality">
            <a:extLst>
              <a:ext uri="{FF2B5EF4-FFF2-40B4-BE49-F238E27FC236}">
                <a16:creationId xmlns:a16="http://schemas.microsoft.com/office/drawing/2014/main" id="{8A9F0C40-3C7F-4DF3-821F-6D35E44CE137}"/>
              </a:ext>
            </a:extLst>
          </p:cNvPr>
          <p:cNvSpPr/>
          <p:nvPr userDrawn="1"/>
        </p:nvSpPr>
        <p:spPr>
          <a:xfrm>
            <a:off x="7131600" y="6440400"/>
            <a:ext cx="2440800" cy="151200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0" algn="ctr" defTabSz="914400" rtl="0" eaLnBrk="1" latinLnBrk="0" hangingPunct="1">
              <a:lnSpc>
                <a:spcPct val="100000"/>
              </a:lnSpc>
              <a:spcBef>
                <a:spcPts val="0"/>
              </a:spcBef>
            </a:pPr>
            <a:endParaRPr lang="en-GB" sz="700" b="0" kern="1200" cap="all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62052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ligh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/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lIns="9000000" tIns="612000" rIns="180000" anchor="ctr" anchorCtr="0"/>
          <a:lstStyle>
            <a:lvl1pPr marL="0" indent="0" algn="l">
              <a:buFontTx/>
              <a:buNone/>
              <a:defRPr sz="1600" b="0">
                <a:solidFill>
                  <a:schemeClr val="accent4"/>
                </a:solidFill>
              </a:defRPr>
            </a:lvl1pPr>
          </a:lstStyle>
          <a:p>
            <a:r>
              <a:rPr lang="en-GB"/>
              <a:t>Click on picture frame to insert background picture, click on DNV-menu / Image Tools-button / Choose Insert or Paste</a:t>
            </a:r>
            <a:endParaRPr lang="en-GB" dirty="0"/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E36BC1AE-8CBE-4EA7-85B1-05A9468D91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751" y="1730375"/>
            <a:ext cx="8290798" cy="2985625"/>
          </a:xfrm>
        </p:spPr>
        <p:txBody>
          <a:bodyPr anchor="b" anchorCtr="0">
            <a:noAutofit/>
          </a:bodyPr>
          <a:lstStyle>
            <a:lvl1pPr>
              <a:lnSpc>
                <a:spcPct val="83000"/>
              </a:lnSpc>
              <a:defRPr sz="6000"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add title</a:t>
            </a:r>
            <a:endParaRPr lang="en-GB" dirty="0"/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52A4BCE6-B178-4BF6-BBA3-BC5CCD7F111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40000" y="4946400"/>
            <a:ext cx="8290798" cy="648072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83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add subtitle</a:t>
            </a:r>
            <a:endParaRPr lang="en-GB" dirty="0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FD03B31E-37CD-4AFE-AF40-02CD8886519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39748" y="5768975"/>
            <a:ext cx="8291049" cy="277813"/>
          </a:xfrm>
        </p:spPr>
        <p:txBody>
          <a:bodyPr anchor="b" anchorCtr="0"/>
          <a:lstStyle>
            <a:lvl1pPr marL="0" indent="0">
              <a:lnSpc>
                <a:spcPct val="83000"/>
              </a:lnSpc>
              <a:spcBef>
                <a:spcPts val="0"/>
              </a:spcBef>
              <a:buNone/>
              <a:tabLst/>
              <a:defRPr sz="1400" b="0"/>
            </a:lvl1pPr>
            <a:lvl2pPr marL="0" indent="0">
              <a:lnSpc>
                <a:spcPct val="83000"/>
              </a:lnSpc>
              <a:spcBef>
                <a:spcPts val="0"/>
              </a:spcBef>
              <a:buNone/>
              <a:tabLst/>
              <a:defRPr sz="1400" b="0"/>
            </a:lvl2pPr>
            <a:lvl3pPr marL="0" indent="0">
              <a:lnSpc>
                <a:spcPct val="83000"/>
              </a:lnSpc>
              <a:spcBef>
                <a:spcPts val="0"/>
              </a:spcBef>
              <a:buNone/>
              <a:tabLst/>
              <a:defRPr sz="1400" b="0"/>
            </a:lvl3pPr>
            <a:lvl4pPr marL="0" indent="0">
              <a:lnSpc>
                <a:spcPct val="83000"/>
              </a:lnSpc>
              <a:spcBef>
                <a:spcPts val="0"/>
              </a:spcBef>
              <a:buNone/>
              <a:tabLst/>
              <a:defRPr sz="1400" b="0"/>
            </a:lvl4pPr>
            <a:lvl5pPr marL="0" indent="0">
              <a:lnSpc>
                <a:spcPct val="83000"/>
              </a:lnSpc>
              <a:spcBef>
                <a:spcPts val="0"/>
              </a:spcBef>
              <a:buNone/>
              <a:tabLst/>
              <a:defRPr sz="1400" b="0"/>
            </a:lvl5pPr>
          </a:lstStyle>
          <a:p>
            <a:pPr lvl="0"/>
            <a:r>
              <a:rPr lang="en-GB"/>
              <a:t>Click to add name, title etc..</a:t>
            </a:r>
            <a:endParaRPr lang="en-GB" dirty="0"/>
          </a:p>
        </p:txBody>
      </p:sp>
      <p:sp>
        <p:nvSpPr>
          <p:cNvPr id="41" name="Date Placeholder 12" hidden="1">
            <a:extLst>
              <a:ext uri="{FF2B5EF4-FFF2-40B4-BE49-F238E27FC236}">
                <a16:creationId xmlns:a16="http://schemas.microsoft.com/office/drawing/2014/main" id="{F8C7B2A1-0C6D-4367-B22A-DB1D1248E7E8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42" name="Footer Placeholder 23" hidden="1">
            <a:extLst>
              <a:ext uri="{FF2B5EF4-FFF2-40B4-BE49-F238E27FC236}">
                <a16:creationId xmlns:a16="http://schemas.microsoft.com/office/drawing/2014/main" id="{70E9D16D-FE2F-4908-ABD5-BB45ECB4099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en-GB" dirty="0">
              <a:noFill/>
            </a:endParaRPr>
          </a:p>
        </p:txBody>
      </p:sp>
      <p:sp>
        <p:nvSpPr>
          <p:cNvPr id="43" name="Slide Number Placeholder 24" hidden="1">
            <a:extLst>
              <a:ext uri="{FF2B5EF4-FFF2-40B4-BE49-F238E27FC236}">
                <a16:creationId xmlns:a16="http://schemas.microsoft.com/office/drawing/2014/main" id="{393087B7-ABFA-4120-819F-40E9D4ED116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5BA07366-CB75-4AA8-9E5B-928B849F427C}" type="slidenum">
              <a:rPr lang="en-GB" smtClean="0"/>
              <a:pPr/>
              <a:t>‹#›</a:t>
            </a:fld>
            <a:endParaRPr lang="en-GB" sz="100" dirty="0"/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91479EF3-988A-4C9C-ADDB-C1D212A272B4}"/>
              </a:ext>
            </a:extLst>
          </p:cNvPr>
          <p:cNvSpPr>
            <a:spLocks noGrp="1" noChangeAspect="1"/>
          </p:cNvSpPr>
          <p:nvPr userDrawn="1">
            <p:ph type="body" sz="quarter" idx="22" hasCustomPrompt="1"/>
          </p:nvPr>
        </p:nvSpPr>
        <p:spPr>
          <a:xfrm>
            <a:off x="540000" y="540000"/>
            <a:ext cx="1702800" cy="727238"/>
          </a:xfrm>
          <a:custGeom>
            <a:avLst/>
            <a:gdLst>
              <a:gd name="connsiteX0" fmla="*/ 4835251 w 9270620"/>
              <a:gd name="connsiteY0" fmla="*/ 2948180 h 3959325"/>
              <a:gd name="connsiteX1" fmla="*/ 4835251 w 9270620"/>
              <a:gd name="connsiteY1" fmla="*/ 3779899 h 3959325"/>
              <a:gd name="connsiteX2" fmla="*/ 5282830 w 9270620"/>
              <a:gd name="connsiteY2" fmla="*/ 3779899 h 3959325"/>
              <a:gd name="connsiteX3" fmla="*/ 5590803 w 9270620"/>
              <a:gd name="connsiteY3" fmla="*/ 3686324 h 3959325"/>
              <a:gd name="connsiteX4" fmla="*/ 5693918 w 9270620"/>
              <a:gd name="connsiteY4" fmla="*/ 3399093 h 3959325"/>
              <a:gd name="connsiteX5" fmla="*/ 5693918 w 9270620"/>
              <a:gd name="connsiteY5" fmla="*/ 3329139 h 3959325"/>
              <a:gd name="connsiteX6" fmla="*/ 5590803 w 9270620"/>
              <a:gd name="connsiteY6" fmla="*/ 3039484 h 3959325"/>
              <a:gd name="connsiteX7" fmla="*/ 5282830 w 9270620"/>
              <a:gd name="connsiteY7" fmla="*/ 2948180 h 3959325"/>
              <a:gd name="connsiteX8" fmla="*/ 7923941 w 9270620"/>
              <a:gd name="connsiteY8" fmla="*/ 2768907 h 3959325"/>
              <a:gd name="connsiteX9" fmla="*/ 8147729 w 9270620"/>
              <a:gd name="connsiteY9" fmla="*/ 2768907 h 3959325"/>
              <a:gd name="connsiteX10" fmla="*/ 8603334 w 9270620"/>
              <a:gd name="connsiteY10" fmla="*/ 3699197 h 3959325"/>
              <a:gd name="connsiteX11" fmla="*/ 9058787 w 9270620"/>
              <a:gd name="connsiteY11" fmla="*/ 2768907 h 3959325"/>
              <a:gd name="connsiteX12" fmla="*/ 9269858 w 9270620"/>
              <a:gd name="connsiteY12" fmla="*/ 2768907 h 3959325"/>
              <a:gd name="connsiteX13" fmla="*/ 8674651 w 9270620"/>
              <a:gd name="connsiteY13" fmla="*/ 3959325 h 3959325"/>
              <a:gd name="connsiteX14" fmla="*/ 8520664 w 9270620"/>
              <a:gd name="connsiteY14" fmla="*/ 3959325 h 3959325"/>
              <a:gd name="connsiteX15" fmla="*/ 6265204 w 9270620"/>
              <a:gd name="connsiteY15" fmla="*/ 2768907 h 3959325"/>
              <a:gd name="connsiteX16" fmla="*/ 6349390 w 9270620"/>
              <a:gd name="connsiteY16" fmla="*/ 2768907 h 3959325"/>
              <a:gd name="connsiteX17" fmla="*/ 6458862 w 9270620"/>
              <a:gd name="connsiteY17" fmla="*/ 2768907 h 3959325"/>
              <a:gd name="connsiteX18" fmla="*/ 7379459 w 9270620"/>
              <a:gd name="connsiteY18" fmla="*/ 3699197 h 3959325"/>
              <a:gd name="connsiteX19" fmla="*/ 7379459 w 9270620"/>
              <a:gd name="connsiteY19" fmla="*/ 2768907 h 3959325"/>
              <a:gd name="connsiteX20" fmla="*/ 7574783 w 9270620"/>
              <a:gd name="connsiteY20" fmla="*/ 2768907 h 3959325"/>
              <a:gd name="connsiteX21" fmla="*/ 7574783 w 9270620"/>
              <a:gd name="connsiteY21" fmla="*/ 3959325 h 3959325"/>
              <a:gd name="connsiteX22" fmla="*/ 7379459 w 9270620"/>
              <a:gd name="connsiteY22" fmla="*/ 3959325 h 3959325"/>
              <a:gd name="connsiteX23" fmla="*/ 6458862 w 9270620"/>
              <a:gd name="connsiteY23" fmla="*/ 3030248 h 3959325"/>
              <a:gd name="connsiteX24" fmla="*/ 6458862 w 9270620"/>
              <a:gd name="connsiteY24" fmla="*/ 3959325 h 3959325"/>
              <a:gd name="connsiteX25" fmla="*/ 6265204 w 9270620"/>
              <a:gd name="connsiteY25" fmla="*/ 3959325 h 3959325"/>
              <a:gd name="connsiteX26" fmla="*/ 4636746 w 9270620"/>
              <a:gd name="connsiteY26" fmla="*/ 2768907 h 3959325"/>
              <a:gd name="connsiteX27" fmla="*/ 4725625 w 9270620"/>
              <a:gd name="connsiteY27" fmla="*/ 2768907 h 3959325"/>
              <a:gd name="connsiteX28" fmla="*/ 4835098 w 9270620"/>
              <a:gd name="connsiteY28" fmla="*/ 2768907 h 3959325"/>
              <a:gd name="connsiteX29" fmla="*/ 5281164 w 9270620"/>
              <a:gd name="connsiteY29" fmla="*/ 2768907 h 3959325"/>
              <a:gd name="connsiteX30" fmla="*/ 5606551 w 9270620"/>
              <a:gd name="connsiteY30" fmla="*/ 2830078 h 3959325"/>
              <a:gd name="connsiteX31" fmla="*/ 5816110 w 9270620"/>
              <a:gd name="connsiteY31" fmla="*/ 3014048 h 3959325"/>
              <a:gd name="connsiteX32" fmla="*/ 5889091 w 9270620"/>
              <a:gd name="connsiteY32" fmla="*/ 3322781 h 3959325"/>
              <a:gd name="connsiteX33" fmla="*/ 5889091 w 9270620"/>
              <a:gd name="connsiteY33" fmla="*/ 3405301 h 3959325"/>
              <a:gd name="connsiteX34" fmla="*/ 5816110 w 9270620"/>
              <a:gd name="connsiteY34" fmla="*/ 3714035 h 3959325"/>
              <a:gd name="connsiteX35" fmla="*/ 5606551 w 9270620"/>
              <a:gd name="connsiteY35" fmla="*/ 3898154 h 3959325"/>
              <a:gd name="connsiteX36" fmla="*/ 5281164 w 9270620"/>
              <a:gd name="connsiteY36" fmla="*/ 3959325 h 3959325"/>
              <a:gd name="connsiteX37" fmla="*/ 4835098 w 9270620"/>
              <a:gd name="connsiteY37" fmla="*/ 3959325 h 3959325"/>
              <a:gd name="connsiteX38" fmla="*/ 4725625 w 9270620"/>
              <a:gd name="connsiteY38" fmla="*/ 3959325 h 3959325"/>
              <a:gd name="connsiteX39" fmla="*/ 4636746 w 9270620"/>
              <a:gd name="connsiteY39" fmla="*/ 3959325 h 3959325"/>
              <a:gd name="connsiteX40" fmla="*/ 0 w 9270620"/>
              <a:gd name="connsiteY40" fmla="*/ 1844070 h 3959325"/>
              <a:gd name="connsiteX41" fmla="*/ 9270620 w 9270620"/>
              <a:gd name="connsiteY41" fmla="*/ 1844070 h 3959325"/>
              <a:gd name="connsiteX42" fmla="*/ 9270620 w 9270620"/>
              <a:gd name="connsiteY42" fmla="*/ 2212762 h 3959325"/>
              <a:gd name="connsiteX43" fmla="*/ 0 w 9270620"/>
              <a:gd name="connsiteY43" fmla="*/ 2212762 h 3959325"/>
              <a:gd name="connsiteX44" fmla="*/ 0 w 9270620"/>
              <a:gd name="connsiteY44" fmla="*/ 1475528 h 3959325"/>
              <a:gd name="connsiteX45" fmla="*/ 9270620 w 9270620"/>
              <a:gd name="connsiteY45" fmla="*/ 1475528 h 3959325"/>
              <a:gd name="connsiteX46" fmla="*/ 9270620 w 9270620"/>
              <a:gd name="connsiteY46" fmla="*/ 1660101 h 3959325"/>
              <a:gd name="connsiteX47" fmla="*/ 0 w 9270620"/>
              <a:gd name="connsiteY47" fmla="*/ 1660101 h 3959325"/>
              <a:gd name="connsiteX48" fmla="*/ 0 w 9270620"/>
              <a:gd name="connsiteY48" fmla="*/ 0 h 3959325"/>
              <a:gd name="connsiteX49" fmla="*/ 9270620 w 9270620"/>
              <a:gd name="connsiteY49" fmla="*/ 0 h 3959325"/>
              <a:gd name="connsiteX50" fmla="*/ 9270620 w 9270620"/>
              <a:gd name="connsiteY50" fmla="*/ 1106839 h 3959325"/>
              <a:gd name="connsiteX51" fmla="*/ 0 w 9270620"/>
              <a:gd name="connsiteY51" fmla="*/ 1106839 h 3959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9270620" h="3959325">
                <a:moveTo>
                  <a:pt x="4835251" y="2948180"/>
                </a:moveTo>
                <a:lnTo>
                  <a:pt x="4835251" y="3779899"/>
                </a:lnTo>
                <a:lnTo>
                  <a:pt x="5282830" y="3779899"/>
                </a:lnTo>
                <a:cubicBezTo>
                  <a:pt x="5419404" y="3779899"/>
                  <a:pt x="5522065" y="3748707"/>
                  <a:pt x="5590803" y="3686324"/>
                </a:cubicBezTo>
                <a:cubicBezTo>
                  <a:pt x="5659548" y="3623943"/>
                  <a:pt x="5693918" y="3528250"/>
                  <a:pt x="5693918" y="3399093"/>
                </a:cubicBezTo>
                <a:lnTo>
                  <a:pt x="5693918" y="3329139"/>
                </a:lnTo>
                <a:cubicBezTo>
                  <a:pt x="5693918" y="3196955"/>
                  <a:pt x="5659548" y="3100352"/>
                  <a:pt x="5590803" y="3039484"/>
                </a:cubicBezTo>
                <a:cubicBezTo>
                  <a:pt x="5521912" y="2978616"/>
                  <a:pt x="5419404" y="2948180"/>
                  <a:pt x="5282830" y="2948180"/>
                </a:cubicBezTo>
                <a:close/>
                <a:moveTo>
                  <a:pt x="7923941" y="2768907"/>
                </a:moveTo>
                <a:lnTo>
                  <a:pt x="8147729" y="2768907"/>
                </a:lnTo>
                <a:lnTo>
                  <a:pt x="8603334" y="3699197"/>
                </a:lnTo>
                <a:lnTo>
                  <a:pt x="9058787" y="2768907"/>
                </a:lnTo>
                <a:lnTo>
                  <a:pt x="9269858" y="2768907"/>
                </a:lnTo>
                <a:lnTo>
                  <a:pt x="8674651" y="3959325"/>
                </a:lnTo>
                <a:lnTo>
                  <a:pt x="8520664" y="3959325"/>
                </a:lnTo>
                <a:close/>
                <a:moveTo>
                  <a:pt x="6265204" y="2768907"/>
                </a:moveTo>
                <a:lnTo>
                  <a:pt x="6349390" y="2768907"/>
                </a:lnTo>
                <a:lnTo>
                  <a:pt x="6458862" y="2768907"/>
                </a:lnTo>
                <a:lnTo>
                  <a:pt x="7379459" y="3699197"/>
                </a:lnTo>
                <a:lnTo>
                  <a:pt x="7379459" y="2768907"/>
                </a:lnTo>
                <a:lnTo>
                  <a:pt x="7574783" y="2768907"/>
                </a:lnTo>
                <a:lnTo>
                  <a:pt x="7574783" y="3959325"/>
                </a:lnTo>
                <a:lnTo>
                  <a:pt x="7379459" y="3959325"/>
                </a:lnTo>
                <a:lnTo>
                  <a:pt x="6458862" y="3030248"/>
                </a:lnTo>
                <a:lnTo>
                  <a:pt x="6458862" y="3959325"/>
                </a:lnTo>
                <a:lnTo>
                  <a:pt x="6265204" y="3959325"/>
                </a:lnTo>
                <a:close/>
                <a:moveTo>
                  <a:pt x="4636746" y="2768907"/>
                </a:moveTo>
                <a:lnTo>
                  <a:pt x="4725625" y="2768907"/>
                </a:lnTo>
                <a:lnTo>
                  <a:pt x="4835098" y="2768907"/>
                </a:lnTo>
                <a:lnTo>
                  <a:pt x="5281164" y="2768907"/>
                </a:lnTo>
                <a:cubicBezTo>
                  <a:pt x="5407140" y="2768907"/>
                  <a:pt x="5515553" y="2789347"/>
                  <a:pt x="5606551" y="2830078"/>
                </a:cubicBezTo>
                <a:cubicBezTo>
                  <a:pt x="5697551" y="2870809"/>
                  <a:pt x="5767352" y="2932130"/>
                  <a:pt x="5816110" y="3014048"/>
                </a:cubicBezTo>
                <a:cubicBezTo>
                  <a:pt x="5864711" y="3096112"/>
                  <a:pt x="5889091" y="3198923"/>
                  <a:pt x="5889091" y="3322781"/>
                </a:cubicBezTo>
                <a:lnTo>
                  <a:pt x="5889091" y="3405301"/>
                </a:lnTo>
                <a:cubicBezTo>
                  <a:pt x="5889091" y="3529156"/>
                  <a:pt x="5864711" y="3631967"/>
                  <a:pt x="5816110" y="3714035"/>
                </a:cubicBezTo>
                <a:cubicBezTo>
                  <a:pt x="5767352" y="3796099"/>
                  <a:pt x="5697551" y="3857423"/>
                  <a:pt x="5606551" y="3898154"/>
                </a:cubicBezTo>
                <a:cubicBezTo>
                  <a:pt x="5515553" y="3938885"/>
                  <a:pt x="5407140" y="3959325"/>
                  <a:pt x="5281164" y="3959325"/>
                </a:cubicBezTo>
                <a:lnTo>
                  <a:pt x="4835098" y="3959325"/>
                </a:lnTo>
                <a:lnTo>
                  <a:pt x="4725625" y="3959325"/>
                </a:lnTo>
                <a:lnTo>
                  <a:pt x="4636746" y="3959325"/>
                </a:lnTo>
                <a:close/>
                <a:moveTo>
                  <a:pt x="0" y="1844070"/>
                </a:moveTo>
                <a:lnTo>
                  <a:pt x="9270620" y="1844070"/>
                </a:lnTo>
                <a:lnTo>
                  <a:pt x="9270620" y="2212762"/>
                </a:lnTo>
                <a:lnTo>
                  <a:pt x="0" y="2212762"/>
                </a:lnTo>
                <a:close/>
                <a:moveTo>
                  <a:pt x="0" y="1475528"/>
                </a:moveTo>
                <a:lnTo>
                  <a:pt x="9270620" y="1475528"/>
                </a:lnTo>
                <a:lnTo>
                  <a:pt x="9270620" y="1660101"/>
                </a:lnTo>
                <a:lnTo>
                  <a:pt x="0" y="1660101"/>
                </a:lnTo>
                <a:close/>
                <a:moveTo>
                  <a:pt x="0" y="0"/>
                </a:moveTo>
                <a:lnTo>
                  <a:pt x="9270620" y="0"/>
                </a:lnTo>
                <a:lnTo>
                  <a:pt x="9270620" y="1106839"/>
                </a:lnTo>
                <a:lnTo>
                  <a:pt x="0" y="1106839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>
              <a:buNone/>
              <a:defRPr sz="100">
                <a:noFill/>
              </a:defRPr>
            </a:lvl1pPr>
          </a:lstStyle>
          <a:p>
            <a:pPr lvl="0"/>
            <a:r>
              <a:rPr lang="en-GB"/>
              <a:t>.</a:t>
            </a:r>
            <a:endParaRPr lang="en-GB" dirty="0"/>
          </a:p>
        </p:txBody>
      </p:sp>
      <p:sp>
        <p:nvSpPr>
          <p:cNvPr id="13" name="Text Placeholder 51">
            <a:extLst>
              <a:ext uri="{FF2B5EF4-FFF2-40B4-BE49-F238E27FC236}">
                <a16:creationId xmlns:a16="http://schemas.microsoft.com/office/drawing/2014/main" id="{365B6A09-D9FD-4ED0-98F5-8CCC60EAA84E}"/>
              </a:ext>
            </a:extLst>
          </p:cNvPr>
          <p:cNvSpPr>
            <a:spLocks noGrp="1" noChangeAspect="1"/>
          </p:cNvSpPr>
          <p:nvPr>
            <p:ph type="body" sz="quarter" idx="23" hasCustomPrompt="1"/>
          </p:nvPr>
        </p:nvSpPr>
        <p:spPr bwMode="white">
          <a:xfrm>
            <a:off x="9950400" y="540000"/>
            <a:ext cx="1702800" cy="110911"/>
          </a:xfrm>
          <a:prstGeom prst="rect">
            <a:avLst/>
          </a:pr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buNone/>
              <a:defRPr sz="100">
                <a:noFill/>
              </a:defRPr>
            </a:lvl1pPr>
          </a:lstStyle>
          <a:p>
            <a:pPr lvl="0"/>
            <a:r>
              <a:rPr lang="en-GB"/>
              <a:t>.</a:t>
            </a:r>
            <a:endParaRPr lang="en-GB" dirty="0"/>
          </a:p>
        </p:txBody>
      </p:sp>
      <p:sp>
        <p:nvSpPr>
          <p:cNvPr id="39" name="_SD_FLD_DocumentNumber">
            <a:extLst>
              <a:ext uri="{FF2B5EF4-FFF2-40B4-BE49-F238E27FC236}">
                <a16:creationId xmlns:a16="http://schemas.microsoft.com/office/drawing/2014/main" id="{6D4A75F9-9621-4F28-A6CF-B645F5EF9C9F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40001" y="6440400"/>
            <a:ext cx="1701550" cy="15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t" anchorCtr="0"/>
          <a:lstStyle/>
          <a:p>
            <a:pPr algn="l">
              <a:spcBef>
                <a:spcPts val="0"/>
              </a:spcBef>
            </a:pPr>
            <a:endParaRPr lang="en-GB" altLang="ja-JP" sz="700" dirty="0">
              <a:solidFill>
                <a:schemeClr val="accent1"/>
              </a:solidFill>
              <a:ea typeface="ＭＳ Ｐゴシック" charset="-128"/>
              <a:cs typeface="Arial" charset="0"/>
            </a:endParaRPr>
          </a:p>
        </p:txBody>
      </p:sp>
      <p:sp>
        <p:nvSpPr>
          <p:cNvPr id="16" name="SD_FLD_Draft" hidden="1">
            <a:extLst>
              <a:ext uri="{FF2B5EF4-FFF2-40B4-BE49-F238E27FC236}">
                <a16:creationId xmlns:a16="http://schemas.microsoft.com/office/drawing/2014/main" id="{BD7D6A25-4428-4539-B039-5FC4AADC87C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243513" y="6232324"/>
            <a:ext cx="1700337" cy="208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14400" rIns="0" bIns="0" anchor="t" anchorCtr="0"/>
          <a:lstStyle/>
          <a:p>
            <a:pPr algn="ctr">
              <a:lnSpc>
                <a:spcPct val="83000"/>
              </a:lnSpc>
              <a:spcBef>
                <a:spcPts val="0"/>
              </a:spcBef>
            </a:pPr>
            <a:r>
              <a:rPr lang="en-GB" altLang="ja-JP" sz="1600" b="0" cap="all" baseline="0" dirty="0">
                <a:solidFill>
                  <a:srgbClr val="C4262E"/>
                </a:solidFill>
                <a:ea typeface="ＭＳ Ｐゴシック" charset="-128"/>
                <a:cs typeface="Arial" charset="0"/>
              </a:rPr>
              <a:t>DRAFT</a:t>
            </a:r>
          </a:p>
        </p:txBody>
      </p:sp>
      <p:sp>
        <p:nvSpPr>
          <p:cNvPr id="17" name="SD_FLD_Confidentiality">
            <a:extLst>
              <a:ext uri="{FF2B5EF4-FFF2-40B4-BE49-F238E27FC236}">
                <a16:creationId xmlns:a16="http://schemas.microsoft.com/office/drawing/2014/main" id="{31AB39E5-0741-4771-B91F-E17E5133945B}"/>
              </a:ext>
            </a:extLst>
          </p:cNvPr>
          <p:cNvSpPr/>
          <p:nvPr userDrawn="1"/>
        </p:nvSpPr>
        <p:spPr>
          <a:xfrm>
            <a:off x="7131600" y="6440400"/>
            <a:ext cx="2440800" cy="151200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0" algn="ctr" defTabSz="914400" rtl="0" eaLnBrk="1" latinLnBrk="0" hangingPunct="1">
              <a:lnSpc>
                <a:spcPct val="100000"/>
              </a:lnSpc>
              <a:spcBef>
                <a:spcPts val="0"/>
              </a:spcBef>
            </a:pPr>
            <a:endParaRPr lang="en-GB" sz="700" b="0" kern="1200" cap="all" baseline="0" dirty="0">
              <a:solidFill>
                <a:schemeClr val="accen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6E7010F2-E87C-4A37-82E8-9658961C635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0000" y="6128743"/>
            <a:ext cx="8290797" cy="214833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400">
                <a:solidFill>
                  <a:schemeClr val="accent1"/>
                </a:solidFill>
              </a:defRPr>
            </a:lvl1pPr>
            <a:lvl2pPr marL="0" indent="0">
              <a:buNone/>
              <a:defRPr sz="1200"/>
            </a:lvl2pPr>
            <a:lvl3pPr marL="0" indent="0">
              <a:buNone/>
              <a:defRPr sz="1200"/>
            </a:lvl3pPr>
            <a:lvl4pPr marL="0" indent="0">
              <a:buNone/>
              <a:defRPr sz="1200"/>
            </a:lvl4pPr>
            <a:lvl5pPr marL="0" indent="0">
              <a:buNone/>
              <a:defRPr sz="1200"/>
            </a:lvl5pPr>
          </a:lstStyle>
          <a:p>
            <a:pPr lvl="0"/>
            <a:r>
              <a:rPr lang="en-GB"/>
              <a:t>Insert date DD Month Year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93400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high-lev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/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lIns="8064000" tIns="576000" rIns="1080000" anchor="ctr" anchorCtr="0"/>
          <a:lstStyle>
            <a:lvl1pPr marL="0" indent="0" algn="l">
              <a:buFontTx/>
              <a:buNone/>
              <a:defRPr sz="1600" b="0">
                <a:solidFill>
                  <a:schemeClr val="accent4"/>
                </a:solidFill>
              </a:defRPr>
            </a:lvl1pPr>
          </a:lstStyle>
          <a:p>
            <a:r>
              <a:rPr lang="en-GB"/>
              <a:t>Click on picture frame to insert background picture, click on DNV-menu / Image Tools-button / Choose Insert or Paste</a:t>
            </a:r>
            <a:endParaRPr lang="en-GB" dirty="0"/>
          </a:p>
        </p:txBody>
      </p:sp>
      <p:sp>
        <p:nvSpPr>
          <p:cNvPr id="39" name="_SD_FLD_DocumentNumber">
            <a:extLst>
              <a:ext uri="{FF2B5EF4-FFF2-40B4-BE49-F238E27FC236}">
                <a16:creationId xmlns:a16="http://schemas.microsoft.com/office/drawing/2014/main" id="{6D4A75F9-9621-4F28-A6CF-B645F5EF9C9F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40001" y="6440400"/>
            <a:ext cx="1701550" cy="15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t" anchorCtr="0"/>
          <a:lstStyle/>
          <a:p>
            <a:pPr algn="l">
              <a:spcBef>
                <a:spcPts val="0"/>
              </a:spcBef>
            </a:pPr>
            <a:endParaRPr lang="en-GB" altLang="ja-JP" sz="700" dirty="0">
              <a:solidFill>
                <a:schemeClr val="accent1"/>
              </a:solidFill>
              <a:ea typeface="ＭＳ Ｐゴシック" charset="-128"/>
              <a:cs typeface="Arial" charset="0"/>
            </a:endParaRPr>
          </a:p>
        </p:txBody>
      </p:sp>
      <p:sp>
        <p:nvSpPr>
          <p:cNvPr id="16" name="SD_FLD_Draft" hidden="1">
            <a:extLst>
              <a:ext uri="{FF2B5EF4-FFF2-40B4-BE49-F238E27FC236}">
                <a16:creationId xmlns:a16="http://schemas.microsoft.com/office/drawing/2014/main" id="{BD7D6A25-4428-4539-B039-5FC4AADC87C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243513" y="6232324"/>
            <a:ext cx="1700337" cy="208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14400" rIns="0" bIns="0" anchor="t" anchorCtr="0"/>
          <a:lstStyle/>
          <a:p>
            <a:pPr algn="ctr">
              <a:lnSpc>
                <a:spcPct val="83000"/>
              </a:lnSpc>
              <a:spcBef>
                <a:spcPts val="0"/>
              </a:spcBef>
            </a:pPr>
            <a:r>
              <a:rPr lang="en-GB" altLang="ja-JP" sz="1600" b="0" cap="all" baseline="0" dirty="0">
                <a:solidFill>
                  <a:srgbClr val="C4262E"/>
                </a:solidFill>
                <a:ea typeface="ＭＳ Ｐゴシック" charset="-128"/>
                <a:cs typeface="Arial" charset="0"/>
              </a:rPr>
              <a:t>DRAFT</a:t>
            </a:r>
          </a:p>
        </p:txBody>
      </p:sp>
      <p:sp>
        <p:nvSpPr>
          <p:cNvPr id="17" name="SD_FLD_Confidentiality">
            <a:extLst>
              <a:ext uri="{FF2B5EF4-FFF2-40B4-BE49-F238E27FC236}">
                <a16:creationId xmlns:a16="http://schemas.microsoft.com/office/drawing/2014/main" id="{31AB39E5-0741-4771-B91F-E17E5133945B}"/>
              </a:ext>
            </a:extLst>
          </p:cNvPr>
          <p:cNvSpPr/>
          <p:nvPr userDrawn="1"/>
        </p:nvSpPr>
        <p:spPr>
          <a:xfrm>
            <a:off x="7131600" y="6440400"/>
            <a:ext cx="2440800" cy="151200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0" algn="ctr" defTabSz="914400" rtl="0" eaLnBrk="1" latinLnBrk="0" hangingPunct="1">
              <a:lnSpc>
                <a:spcPct val="100000"/>
              </a:lnSpc>
              <a:spcBef>
                <a:spcPts val="0"/>
              </a:spcBef>
            </a:pPr>
            <a:endParaRPr lang="en-GB" sz="700" b="0" kern="1200" cap="all" baseline="0" dirty="0">
              <a:solidFill>
                <a:schemeClr val="accen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3" name="Top white Text Placeholder 62">
            <a:extLst>
              <a:ext uri="{FF2B5EF4-FFF2-40B4-BE49-F238E27FC236}">
                <a16:creationId xmlns:a16="http://schemas.microsoft.com/office/drawing/2014/main" id="{86FA6806-F06F-4815-9C58-9A21745653C3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39750" y="-1"/>
            <a:ext cx="6407150" cy="3429001"/>
          </a:xfrm>
          <a:solidFill>
            <a:schemeClr val="bg1"/>
          </a:solidFill>
        </p:spPr>
        <p:txBody>
          <a:bodyPr/>
          <a:lstStyle>
            <a:lvl1pPr>
              <a:defRPr sz="100">
                <a:noFill/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en-GB"/>
              <a:t>.</a:t>
            </a:r>
            <a:endParaRPr lang="en-GB" dirty="0"/>
          </a:p>
        </p:txBody>
      </p:sp>
      <p:sp>
        <p:nvSpPr>
          <p:cNvPr id="65" name="Top blue Text Placeholder 64">
            <a:extLst>
              <a:ext uri="{FF2B5EF4-FFF2-40B4-BE49-F238E27FC236}">
                <a16:creationId xmlns:a16="http://schemas.microsoft.com/office/drawing/2014/main" id="{44396705-2401-41FF-AC70-D31092879887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40000" y="3390298"/>
            <a:ext cx="6408000" cy="1234800"/>
          </a:xfrm>
          <a:solidFill>
            <a:schemeClr val="tx2"/>
          </a:solidFill>
          <a:ln>
            <a:noFill/>
          </a:ln>
        </p:spPr>
        <p:txBody>
          <a:bodyPr/>
          <a:lstStyle>
            <a:lvl1pPr>
              <a:defRPr sz="100">
                <a:noFill/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en-GB"/>
              <a:t>.</a:t>
            </a:r>
            <a:endParaRPr lang="en-GB" dirty="0"/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18E2B2C2-0C1A-4F16-AB97-87EF9E7EAEE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80000" y="1592796"/>
            <a:ext cx="5320800" cy="1436524"/>
          </a:xfrm>
        </p:spPr>
        <p:txBody>
          <a:bodyPr anchor="t" anchorCtr="0">
            <a:noAutofit/>
          </a:bodyPr>
          <a:lstStyle>
            <a:lvl1pPr>
              <a:lnSpc>
                <a:spcPct val="83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add title</a:t>
            </a:r>
            <a:endParaRPr lang="en-GB" dirty="0"/>
          </a:p>
        </p:txBody>
      </p:sp>
      <p:sp>
        <p:nvSpPr>
          <p:cNvPr id="30" name="Subtitle 2">
            <a:extLst>
              <a:ext uri="{FF2B5EF4-FFF2-40B4-BE49-F238E27FC236}">
                <a16:creationId xmlns:a16="http://schemas.microsoft.com/office/drawing/2014/main" id="{55756018-EA5B-4F5B-8ECA-D5A1005CDF4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076398" y="3661200"/>
            <a:ext cx="5342402" cy="316800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83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add subtitle</a:t>
            </a:r>
            <a:endParaRPr lang="en-GB" dirty="0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795036F0-513C-4690-81A2-F2137A557DC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080000" y="3114000"/>
            <a:ext cx="5320800" cy="259200"/>
          </a:xfrm>
        </p:spPr>
        <p:txBody>
          <a:bodyPr anchor="t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>
                <a:solidFill>
                  <a:schemeClr val="tx2"/>
                </a:solidFill>
              </a:defRPr>
            </a:lvl1pPr>
            <a:lvl2pPr marL="0" indent="0">
              <a:lnSpc>
                <a:spcPct val="83000"/>
              </a:lnSpc>
              <a:spcBef>
                <a:spcPts val="0"/>
              </a:spcBef>
              <a:buNone/>
              <a:tabLst/>
              <a:defRPr sz="1400" b="0"/>
            </a:lvl2pPr>
            <a:lvl3pPr marL="0" indent="0">
              <a:lnSpc>
                <a:spcPct val="83000"/>
              </a:lnSpc>
              <a:spcBef>
                <a:spcPts val="0"/>
              </a:spcBef>
              <a:buNone/>
              <a:tabLst/>
              <a:defRPr sz="1400" b="0"/>
            </a:lvl3pPr>
            <a:lvl4pPr marL="0" indent="0">
              <a:lnSpc>
                <a:spcPct val="83000"/>
              </a:lnSpc>
              <a:spcBef>
                <a:spcPts val="0"/>
              </a:spcBef>
              <a:buNone/>
              <a:tabLst/>
              <a:defRPr sz="1400" b="0"/>
            </a:lvl4pPr>
            <a:lvl5pPr marL="0" indent="0">
              <a:lnSpc>
                <a:spcPct val="83000"/>
              </a:lnSpc>
              <a:spcBef>
                <a:spcPts val="0"/>
              </a:spcBef>
              <a:buNone/>
              <a:tabLst/>
              <a:defRPr sz="1400" b="0"/>
            </a:lvl5pPr>
          </a:lstStyle>
          <a:p>
            <a:pPr lvl="0"/>
            <a:r>
              <a:rPr lang="en-GB" dirty="0"/>
              <a:t>Insert date DD Month Year</a:t>
            </a:r>
            <a:endParaRPr lang="en-US" dirty="0"/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6E7010F2-E87C-4A37-82E8-9658961C635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080001" y="4021200"/>
            <a:ext cx="5320800" cy="396000"/>
          </a:xfrm>
        </p:spPr>
        <p:txBody>
          <a:bodyPr/>
          <a:lstStyle>
            <a:lvl1pPr marL="0" indent="0" algn="l">
              <a:lnSpc>
                <a:spcPct val="83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</a:defRPr>
            </a:lvl1pPr>
            <a:lvl2pPr marL="0" indent="0">
              <a:buNone/>
              <a:defRPr sz="1200"/>
            </a:lvl2pPr>
            <a:lvl3pPr marL="0" indent="0">
              <a:buNone/>
              <a:defRPr sz="1200"/>
            </a:lvl3pPr>
            <a:lvl4pPr marL="0" indent="0">
              <a:buNone/>
              <a:defRPr sz="1200"/>
            </a:lvl4pPr>
            <a:lvl5pPr marL="0" indent="0">
              <a:buNone/>
              <a:defRPr sz="12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Click to add name, title etc..</a:t>
            </a:r>
          </a:p>
          <a:p>
            <a:pPr lvl="0"/>
            <a:endParaRPr lang="en-GB" dirty="0"/>
          </a:p>
        </p:txBody>
      </p:sp>
      <p:sp>
        <p:nvSpPr>
          <p:cNvPr id="67" name="Logo Text Placeholder 66">
            <a:extLst>
              <a:ext uri="{FF2B5EF4-FFF2-40B4-BE49-F238E27FC236}">
                <a16:creationId xmlns:a16="http://schemas.microsoft.com/office/drawing/2014/main" id="{8F2A53FB-F4DD-4718-B83E-681A97D8089C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080000" y="540000"/>
            <a:ext cx="1702800" cy="727200"/>
          </a:xfr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noFill/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en-GB"/>
              <a:t>.</a:t>
            </a:r>
            <a:endParaRPr lang="en-GB" dirty="0"/>
          </a:p>
        </p:txBody>
      </p:sp>
      <p:sp>
        <p:nvSpPr>
          <p:cNvPr id="69" name="Tagline Text Placeholder 68">
            <a:extLst>
              <a:ext uri="{FF2B5EF4-FFF2-40B4-BE49-F238E27FC236}">
                <a16:creationId xmlns:a16="http://schemas.microsoft.com/office/drawing/2014/main" id="{B2E61313-541F-4AA3-BFA3-10A9209FA814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4716000" y="540000"/>
            <a:ext cx="1702800" cy="111600"/>
          </a:xfr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noFill/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en-GB"/>
              <a:t>.</a:t>
            </a:r>
            <a:endParaRPr lang="en-GB" dirty="0"/>
          </a:p>
        </p:txBody>
      </p:sp>
      <p:sp>
        <p:nvSpPr>
          <p:cNvPr id="41" name="Date Placeholder 12" hidden="1">
            <a:extLst>
              <a:ext uri="{FF2B5EF4-FFF2-40B4-BE49-F238E27FC236}">
                <a16:creationId xmlns:a16="http://schemas.microsoft.com/office/drawing/2014/main" id="{F8C7B2A1-0C6D-4367-B22A-DB1D1248E7E8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42" name="Footer Placeholder 23" hidden="1">
            <a:extLst>
              <a:ext uri="{FF2B5EF4-FFF2-40B4-BE49-F238E27FC236}">
                <a16:creationId xmlns:a16="http://schemas.microsoft.com/office/drawing/2014/main" id="{70E9D16D-FE2F-4908-ABD5-BB45ECB4099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en-GB" dirty="0">
              <a:noFill/>
            </a:endParaRPr>
          </a:p>
        </p:txBody>
      </p:sp>
      <p:sp>
        <p:nvSpPr>
          <p:cNvPr id="43" name="Slide Number Placeholder 24" hidden="1">
            <a:extLst>
              <a:ext uri="{FF2B5EF4-FFF2-40B4-BE49-F238E27FC236}">
                <a16:creationId xmlns:a16="http://schemas.microsoft.com/office/drawing/2014/main" id="{393087B7-ABFA-4120-819F-40E9D4ED116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5BA07366-CB75-4AA8-9E5B-928B849F427C}" type="slidenum">
              <a:rPr lang="en-GB" smtClean="0"/>
              <a:pPr/>
              <a:t>‹#›</a:t>
            </a:fld>
            <a:endParaRPr lang="en-GB" sz="100" dirty="0"/>
          </a:p>
        </p:txBody>
      </p:sp>
    </p:spTree>
    <p:extLst>
      <p:ext uri="{BB962C8B-B14F-4D97-AF65-F5344CB8AC3E}">
        <p14:creationId xmlns:p14="http://schemas.microsoft.com/office/powerpoint/2010/main" val="39073497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servi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11EE7B84-21D7-4D19-B8C2-98FB782C5002}"/>
              </a:ext>
            </a:extLst>
          </p:cNvPr>
          <p:cNvSpPr/>
          <p:nvPr userDrawn="1"/>
        </p:nvSpPr>
        <p:spPr>
          <a:xfrm>
            <a:off x="10892788" y="3428991"/>
            <a:ext cx="1299210" cy="34344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 noProof="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C9E16D1-DD8A-448B-8C91-3F9644937B8A}"/>
              </a:ext>
            </a:extLst>
          </p:cNvPr>
          <p:cNvSpPr/>
          <p:nvPr userDrawn="1"/>
        </p:nvSpPr>
        <p:spPr>
          <a:xfrm>
            <a:off x="10892788" y="0"/>
            <a:ext cx="1299210" cy="342899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 noProof="0" dirty="0"/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45691DC5-BC42-4673-ABEB-824D2A1A48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72347" t="1675" r="7579" b="42703"/>
          <a:stretch/>
        </p:blipFill>
        <p:spPr>
          <a:xfrm>
            <a:off x="10892789" y="0"/>
            <a:ext cx="1299210" cy="3428993"/>
          </a:xfrm>
          <a:prstGeom prst="rect">
            <a:avLst/>
          </a:prstGeom>
        </p:spPr>
      </p:pic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353A26F8-896D-4566-BE5C-C8CD2E8BB8E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3428993"/>
            <a:ext cx="10892788" cy="3429007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 wrap="square" lIns="3348000" rIns="3060000">
            <a:noAutofit/>
          </a:bodyPr>
          <a:lstStyle>
            <a:lvl1pPr marL="0" indent="0" algn="l">
              <a:buFontTx/>
              <a:buNone/>
              <a:defRPr sz="1600" b="0">
                <a:solidFill>
                  <a:schemeClr val="accent4"/>
                </a:solidFill>
              </a:defRPr>
            </a:lvl1pPr>
          </a:lstStyle>
          <a:p>
            <a:r>
              <a:rPr lang="en-GB"/>
              <a:t>Click on picture frame to insert background picture, click on DNV-menu / Image Tools-button / Choose Insert or Paste</a:t>
            </a:r>
            <a:endParaRPr lang="en-GB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750" y="1591200"/>
            <a:ext cx="6586538" cy="977407"/>
          </a:xfrm>
        </p:spPr>
        <p:txBody>
          <a:bodyPr anchor="t" anchorCtr="0">
            <a:noAutofit/>
          </a:bodyPr>
          <a:lstStyle>
            <a:lvl1pPr>
              <a:lnSpc>
                <a:spcPct val="83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add title</a:t>
            </a:r>
            <a:endParaRPr lang="en-GB" dirty="0"/>
          </a:p>
        </p:txBody>
      </p:sp>
      <p:sp>
        <p:nvSpPr>
          <p:cNvPr id="31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39750" y="2620800"/>
            <a:ext cx="6586538" cy="316800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83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add subtitle</a:t>
            </a:r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2D590D-63DF-49A5-B495-2B2E9EA7D2A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39750" y="2980800"/>
            <a:ext cx="6586538" cy="396000"/>
          </a:xfrm>
        </p:spPr>
        <p:txBody>
          <a:bodyPr anchor="t" anchorCtr="0">
            <a:normAutofit/>
          </a:bodyPr>
          <a:lstStyle>
            <a:lvl1pPr marL="0" indent="0">
              <a:lnSpc>
                <a:spcPct val="83000"/>
              </a:lnSpc>
              <a:spcBef>
                <a:spcPts val="0"/>
              </a:spcBef>
              <a:buNone/>
              <a:tabLst/>
              <a:defRPr sz="1400" b="0">
                <a:solidFill>
                  <a:schemeClr val="accent1"/>
                </a:solidFill>
              </a:defRPr>
            </a:lvl1pPr>
            <a:lvl2pPr marL="0" indent="0">
              <a:lnSpc>
                <a:spcPct val="83000"/>
              </a:lnSpc>
              <a:spcBef>
                <a:spcPts val="0"/>
              </a:spcBef>
              <a:buNone/>
              <a:tabLst/>
              <a:defRPr sz="1400" b="0"/>
            </a:lvl2pPr>
            <a:lvl3pPr marL="0" indent="0">
              <a:lnSpc>
                <a:spcPct val="83000"/>
              </a:lnSpc>
              <a:spcBef>
                <a:spcPts val="0"/>
              </a:spcBef>
              <a:buNone/>
              <a:tabLst/>
              <a:defRPr sz="1400" b="0"/>
            </a:lvl3pPr>
            <a:lvl4pPr marL="0" indent="0">
              <a:lnSpc>
                <a:spcPct val="83000"/>
              </a:lnSpc>
              <a:spcBef>
                <a:spcPts val="0"/>
              </a:spcBef>
              <a:buNone/>
              <a:tabLst/>
              <a:defRPr sz="1400" b="0"/>
            </a:lvl4pPr>
            <a:lvl5pPr marL="0" indent="0">
              <a:lnSpc>
                <a:spcPct val="83000"/>
              </a:lnSpc>
              <a:spcBef>
                <a:spcPts val="0"/>
              </a:spcBef>
              <a:buNone/>
              <a:tabLst/>
              <a:defRPr sz="1400" b="0"/>
            </a:lvl5pPr>
          </a:lstStyle>
          <a:p>
            <a:pPr lvl="0"/>
            <a:r>
              <a:rPr lang="en-GB"/>
              <a:t>Click to add name, title etc..</a:t>
            </a:r>
            <a:endParaRPr lang="en-GB" dirty="0"/>
          </a:p>
        </p:txBody>
      </p:sp>
      <p:sp>
        <p:nvSpPr>
          <p:cNvPr id="13" name="Date Placeholder 12" hidden="1"/>
          <p:cNvSpPr>
            <a:spLocks noGrp="1"/>
          </p:cNvSpPr>
          <p:nvPr>
            <p:ph type="dt" sz="half" idx="15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24" name="Footer Placeholder 23" hidden="1"/>
          <p:cNvSpPr>
            <a:spLocks noGrp="1"/>
          </p:cNvSpPr>
          <p:nvPr>
            <p:ph type="ftr" sz="quarter" idx="16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en-GB" dirty="0">
              <a:noFill/>
            </a:endParaRPr>
          </a:p>
        </p:txBody>
      </p:sp>
      <p:sp>
        <p:nvSpPr>
          <p:cNvPr id="25" name="Slide Number Placeholder 24" hidden="1"/>
          <p:cNvSpPr>
            <a:spLocks noGrp="1"/>
          </p:cNvSpPr>
          <p:nvPr>
            <p:ph type="sldNum" sz="quarter" idx="17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5BA07366-CB75-4AA8-9E5B-928B849F427C}" type="slidenum">
              <a:rPr lang="en-GB" smtClean="0"/>
              <a:pPr/>
              <a:t>‹#›</a:t>
            </a:fld>
            <a:endParaRPr lang="en-GB" sz="100" dirty="0"/>
          </a:p>
        </p:txBody>
      </p:sp>
      <p:sp>
        <p:nvSpPr>
          <p:cNvPr id="29" name="_SD_FLD_DocumentNumber"/>
          <p:cNvSpPr txBox="1">
            <a:spLocks noChangeArrowheads="1"/>
          </p:cNvSpPr>
          <p:nvPr userDrawn="1"/>
        </p:nvSpPr>
        <p:spPr bwMode="auto">
          <a:xfrm>
            <a:off x="540001" y="6440400"/>
            <a:ext cx="1701550" cy="15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t" anchorCtr="0"/>
          <a:lstStyle/>
          <a:p>
            <a:pPr algn="l">
              <a:spcBef>
                <a:spcPts val="0"/>
              </a:spcBef>
            </a:pPr>
            <a:endParaRPr lang="en-GB" altLang="ja-JP" sz="700" dirty="0">
              <a:solidFill>
                <a:schemeClr val="accent1"/>
              </a:solidFill>
              <a:ea typeface="ＭＳ Ｐゴシック" charset="-128"/>
              <a:cs typeface="Arial" charset="0"/>
            </a:endParaRPr>
          </a:p>
        </p:txBody>
      </p:sp>
      <p:sp>
        <p:nvSpPr>
          <p:cNvPr id="46" name="SD_FLD_Confidentiality">
            <a:extLst>
              <a:ext uri="{FF2B5EF4-FFF2-40B4-BE49-F238E27FC236}">
                <a16:creationId xmlns:a16="http://schemas.microsoft.com/office/drawing/2014/main" id="{4E7786D1-21E1-42FD-A034-CC844823A79D}"/>
              </a:ext>
            </a:extLst>
          </p:cNvPr>
          <p:cNvSpPr/>
          <p:nvPr userDrawn="1"/>
        </p:nvSpPr>
        <p:spPr>
          <a:xfrm>
            <a:off x="7126289" y="3095995"/>
            <a:ext cx="3223962" cy="223661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b" anchorCtr="0"/>
          <a:lstStyle/>
          <a:p>
            <a:pPr marL="0" algn="r" defTabSz="914400" rtl="0" eaLnBrk="1" latinLnBrk="0" hangingPunct="1">
              <a:lnSpc>
                <a:spcPct val="100000"/>
              </a:lnSpc>
              <a:spcBef>
                <a:spcPts val="0"/>
              </a:spcBef>
            </a:pPr>
            <a:endParaRPr lang="en-GB" sz="700" b="0" kern="1200" cap="all" baseline="0" dirty="0">
              <a:solidFill>
                <a:schemeClr val="accen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7" name="SD_FLD_DocumentDate">
            <a:extLst>
              <a:ext uri="{FF2B5EF4-FFF2-40B4-BE49-F238E27FC236}">
                <a16:creationId xmlns:a16="http://schemas.microsoft.com/office/drawing/2014/main" id="{8708ADB9-3B0F-453F-A039-DB1191DA8B6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7126289" y="2983229"/>
            <a:ext cx="3223962" cy="1890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t" anchorCtr="0"/>
          <a:lstStyle/>
          <a:p>
            <a:pPr algn="r">
              <a:lnSpc>
                <a:spcPct val="83000"/>
              </a:lnSpc>
              <a:spcBef>
                <a:spcPts val="0"/>
              </a:spcBef>
            </a:pPr>
            <a:r>
              <a:rPr lang="en-GB" altLang="ja-JP" sz="1400" cap="none" baseline="0">
                <a:solidFill>
                  <a:schemeClr val="accent1"/>
                </a:solidFill>
                <a:ea typeface="ＭＳ Ｐゴシック" charset="-128"/>
                <a:cs typeface="Arial" charset="0"/>
              </a:rPr>
              <a:t>24 April 2024</a:t>
            </a:r>
            <a:endParaRPr lang="en-GB" altLang="ja-JP" sz="1400" cap="none" baseline="0" dirty="0">
              <a:solidFill>
                <a:schemeClr val="accent1"/>
              </a:solidFill>
              <a:ea typeface="ＭＳ Ｐゴシック" charset="-128"/>
              <a:cs typeface="Arial" charset="0"/>
            </a:endParaRPr>
          </a:p>
        </p:txBody>
      </p:sp>
      <p:sp>
        <p:nvSpPr>
          <p:cNvPr id="39" name="SD_FLD_Draft" hidden="1">
            <a:extLst>
              <a:ext uri="{FF2B5EF4-FFF2-40B4-BE49-F238E27FC236}">
                <a16:creationId xmlns:a16="http://schemas.microsoft.com/office/drawing/2014/main" id="{2F1643DB-FB69-4D52-AC31-87438698FFD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243513" y="6232324"/>
            <a:ext cx="1700337" cy="208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14400" rIns="0" bIns="0" anchor="t" anchorCtr="0"/>
          <a:lstStyle/>
          <a:p>
            <a:pPr algn="ctr">
              <a:lnSpc>
                <a:spcPct val="83000"/>
              </a:lnSpc>
              <a:spcBef>
                <a:spcPts val="0"/>
              </a:spcBef>
            </a:pPr>
            <a:r>
              <a:rPr lang="en-GB" altLang="ja-JP" sz="1600" b="0" cap="all" baseline="0" dirty="0">
                <a:solidFill>
                  <a:srgbClr val="C4262E"/>
                </a:solidFill>
                <a:ea typeface="ＭＳ Ｐゴシック" charset="-128"/>
                <a:cs typeface="Arial" charset="0"/>
              </a:rPr>
              <a:t>DRAFT</a:t>
            </a:r>
          </a:p>
        </p:txBody>
      </p:sp>
      <p:grpSp>
        <p:nvGrpSpPr>
          <p:cNvPr id="38" name="Logo">
            <a:extLst>
              <a:ext uri="{FF2B5EF4-FFF2-40B4-BE49-F238E27FC236}">
                <a16:creationId xmlns:a16="http://schemas.microsoft.com/office/drawing/2014/main" id="{196DDB45-CDCA-476F-809B-C62C84255763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40000" y="540001"/>
            <a:ext cx="1702800" cy="727237"/>
            <a:chOff x="6380216" y="4059273"/>
            <a:chExt cx="2905863" cy="1241045"/>
          </a:xfrm>
        </p:grpSpPr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99AE0E04-A811-402C-9CE3-BBE238EC2F38}"/>
                </a:ext>
              </a:extLst>
            </p:cNvPr>
            <p:cNvSpPr/>
            <p:nvPr/>
          </p:nvSpPr>
          <p:spPr>
            <a:xfrm>
              <a:off x="6380216" y="4059273"/>
              <a:ext cx="2905863" cy="346936"/>
            </a:xfrm>
            <a:custGeom>
              <a:avLst/>
              <a:gdLst>
                <a:gd name="connsiteX0" fmla="*/ 0 w 2905863"/>
                <a:gd name="connsiteY0" fmla="*/ 0 h 346936"/>
                <a:gd name="connsiteX1" fmla="*/ 2905864 w 2905863"/>
                <a:gd name="connsiteY1" fmla="*/ 0 h 346936"/>
                <a:gd name="connsiteX2" fmla="*/ 2905864 w 2905863"/>
                <a:gd name="connsiteY2" fmla="*/ 346937 h 346936"/>
                <a:gd name="connsiteX3" fmla="*/ 0 w 2905863"/>
                <a:gd name="connsiteY3" fmla="*/ 346937 h 346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346936">
                  <a:moveTo>
                    <a:pt x="0" y="0"/>
                  </a:moveTo>
                  <a:lnTo>
                    <a:pt x="2905864" y="0"/>
                  </a:lnTo>
                  <a:lnTo>
                    <a:pt x="2905864" y="346937"/>
                  </a:lnTo>
                  <a:lnTo>
                    <a:pt x="0" y="346937"/>
                  </a:lnTo>
                  <a:close/>
                </a:path>
              </a:pathLst>
            </a:custGeom>
            <a:solidFill>
              <a:srgbClr val="99D9F0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9380A0FC-DDF7-4C0C-ACFB-2F429FB7948A}"/>
                </a:ext>
              </a:extLst>
            </p:cNvPr>
            <p:cNvSpPr/>
            <p:nvPr/>
          </p:nvSpPr>
          <p:spPr>
            <a:xfrm>
              <a:off x="6380216" y="4521775"/>
              <a:ext cx="2905863" cy="57854"/>
            </a:xfrm>
            <a:custGeom>
              <a:avLst/>
              <a:gdLst>
                <a:gd name="connsiteX0" fmla="*/ 0 w 2905863"/>
                <a:gd name="connsiteY0" fmla="*/ 0 h 57854"/>
                <a:gd name="connsiteX1" fmla="*/ 2905864 w 2905863"/>
                <a:gd name="connsiteY1" fmla="*/ 0 h 57854"/>
                <a:gd name="connsiteX2" fmla="*/ 2905864 w 2905863"/>
                <a:gd name="connsiteY2" fmla="*/ 57854 h 57854"/>
                <a:gd name="connsiteX3" fmla="*/ 0 w 2905863"/>
                <a:gd name="connsiteY3" fmla="*/ 57854 h 57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57854">
                  <a:moveTo>
                    <a:pt x="0" y="0"/>
                  </a:moveTo>
                  <a:lnTo>
                    <a:pt x="2905864" y="0"/>
                  </a:lnTo>
                  <a:lnTo>
                    <a:pt x="2905864" y="57854"/>
                  </a:lnTo>
                  <a:lnTo>
                    <a:pt x="0" y="57854"/>
                  </a:lnTo>
                  <a:close/>
                </a:path>
              </a:pathLst>
            </a:custGeom>
            <a:solidFill>
              <a:srgbClr val="3F9C35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79E4B05-CB75-4B58-9E28-2FAA335E1493}"/>
                </a:ext>
              </a:extLst>
            </p:cNvPr>
            <p:cNvSpPr/>
            <p:nvPr/>
          </p:nvSpPr>
          <p:spPr>
            <a:xfrm>
              <a:off x="6380216" y="4637294"/>
              <a:ext cx="2905863" cy="115566"/>
            </a:xfrm>
            <a:custGeom>
              <a:avLst/>
              <a:gdLst>
                <a:gd name="connsiteX0" fmla="*/ 0 w 2905863"/>
                <a:gd name="connsiteY0" fmla="*/ 0 h 115566"/>
                <a:gd name="connsiteX1" fmla="*/ 2905864 w 2905863"/>
                <a:gd name="connsiteY1" fmla="*/ 0 h 115566"/>
                <a:gd name="connsiteX2" fmla="*/ 2905864 w 2905863"/>
                <a:gd name="connsiteY2" fmla="*/ 115566 h 115566"/>
                <a:gd name="connsiteX3" fmla="*/ 0 w 2905863"/>
                <a:gd name="connsiteY3" fmla="*/ 115566 h 115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115566">
                  <a:moveTo>
                    <a:pt x="0" y="0"/>
                  </a:moveTo>
                  <a:lnTo>
                    <a:pt x="2905864" y="0"/>
                  </a:lnTo>
                  <a:lnTo>
                    <a:pt x="2905864" y="115566"/>
                  </a:lnTo>
                  <a:lnTo>
                    <a:pt x="0" y="115566"/>
                  </a:lnTo>
                  <a:close/>
                </a:path>
              </a:pathLst>
            </a:custGeom>
            <a:solidFill>
              <a:srgbClr val="003591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BED928C2-5DAA-462E-90D6-80E99E2F3A77}"/>
                </a:ext>
              </a:extLst>
            </p:cNvPr>
            <p:cNvSpPr/>
            <p:nvPr/>
          </p:nvSpPr>
          <p:spPr>
            <a:xfrm>
              <a:off x="7833598" y="4927183"/>
              <a:ext cx="392545" cy="373134"/>
            </a:xfrm>
            <a:custGeom>
              <a:avLst/>
              <a:gdLst>
                <a:gd name="connsiteX0" fmla="*/ 303984 w 392545"/>
                <a:gd name="connsiteY0" fmla="*/ 19174 h 373134"/>
                <a:gd name="connsiteX1" fmla="*/ 201992 w 392545"/>
                <a:gd name="connsiteY1" fmla="*/ 0 h 373134"/>
                <a:gd name="connsiteX2" fmla="*/ 62173 w 392545"/>
                <a:gd name="connsiteY2" fmla="*/ 0 h 373134"/>
                <a:gd name="connsiteX3" fmla="*/ 27859 w 392545"/>
                <a:gd name="connsiteY3" fmla="*/ 0 h 373134"/>
                <a:gd name="connsiteX4" fmla="*/ 0 w 392545"/>
                <a:gd name="connsiteY4" fmla="*/ 0 h 373134"/>
                <a:gd name="connsiteX5" fmla="*/ 0 w 392545"/>
                <a:gd name="connsiteY5" fmla="*/ 373135 h 373134"/>
                <a:gd name="connsiteX6" fmla="*/ 27859 w 392545"/>
                <a:gd name="connsiteY6" fmla="*/ 373135 h 373134"/>
                <a:gd name="connsiteX7" fmla="*/ 62173 w 392545"/>
                <a:gd name="connsiteY7" fmla="*/ 373135 h 373134"/>
                <a:gd name="connsiteX8" fmla="*/ 201992 w 392545"/>
                <a:gd name="connsiteY8" fmla="*/ 373135 h 373134"/>
                <a:gd name="connsiteX9" fmla="*/ 303984 w 392545"/>
                <a:gd name="connsiteY9" fmla="*/ 353961 h 373134"/>
                <a:gd name="connsiteX10" fmla="*/ 369670 w 392545"/>
                <a:gd name="connsiteY10" fmla="*/ 296249 h 373134"/>
                <a:gd name="connsiteX11" fmla="*/ 392546 w 392545"/>
                <a:gd name="connsiteY11" fmla="*/ 199477 h 373134"/>
                <a:gd name="connsiteX12" fmla="*/ 392546 w 392545"/>
                <a:gd name="connsiteY12" fmla="*/ 173611 h 373134"/>
                <a:gd name="connsiteX13" fmla="*/ 369670 w 392545"/>
                <a:gd name="connsiteY13" fmla="*/ 76839 h 373134"/>
                <a:gd name="connsiteX14" fmla="*/ 303984 w 392545"/>
                <a:gd name="connsiteY14" fmla="*/ 19174 h 373134"/>
                <a:gd name="connsiteX15" fmla="*/ 331369 w 392545"/>
                <a:gd name="connsiteY15" fmla="*/ 197531 h 373134"/>
                <a:gd name="connsiteX16" fmla="*/ 299048 w 392545"/>
                <a:gd name="connsiteY16" fmla="*/ 287563 h 373134"/>
                <a:gd name="connsiteX17" fmla="*/ 202514 w 392545"/>
                <a:gd name="connsiteY17" fmla="*/ 316894 h 373134"/>
                <a:gd name="connsiteX18" fmla="*/ 62221 w 392545"/>
                <a:gd name="connsiteY18" fmla="*/ 316894 h 373134"/>
                <a:gd name="connsiteX19" fmla="*/ 62221 w 392545"/>
                <a:gd name="connsiteY19" fmla="*/ 56193 h 373134"/>
                <a:gd name="connsiteX20" fmla="*/ 202514 w 392545"/>
                <a:gd name="connsiteY20" fmla="*/ 56193 h 373134"/>
                <a:gd name="connsiteX21" fmla="*/ 299048 w 392545"/>
                <a:gd name="connsiteY21" fmla="*/ 84812 h 373134"/>
                <a:gd name="connsiteX22" fmla="*/ 331369 w 392545"/>
                <a:gd name="connsiteY22" fmla="*/ 175604 h 373134"/>
                <a:gd name="connsiteX23" fmla="*/ 331369 w 392545"/>
                <a:gd name="connsiteY23" fmla="*/ 197531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92545" h="373134">
                  <a:moveTo>
                    <a:pt x="303984" y="19174"/>
                  </a:moveTo>
                  <a:cubicBezTo>
                    <a:pt x="275461" y="6407"/>
                    <a:pt x="241479" y="0"/>
                    <a:pt x="201992" y="0"/>
                  </a:cubicBezTo>
                  <a:lnTo>
                    <a:pt x="62173" y="0"/>
                  </a:lnTo>
                  <a:lnTo>
                    <a:pt x="27859" y="0"/>
                  </a:lnTo>
                  <a:lnTo>
                    <a:pt x="0" y="0"/>
                  </a:lnTo>
                  <a:lnTo>
                    <a:pt x="0" y="373135"/>
                  </a:lnTo>
                  <a:lnTo>
                    <a:pt x="27859" y="373135"/>
                  </a:lnTo>
                  <a:lnTo>
                    <a:pt x="62173" y="373135"/>
                  </a:lnTo>
                  <a:lnTo>
                    <a:pt x="201992" y="373135"/>
                  </a:lnTo>
                  <a:cubicBezTo>
                    <a:pt x="241479" y="373135"/>
                    <a:pt x="275461" y="366728"/>
                    <a:pt x="303984" y="353961"/>
                  </a:cubicBezTo>
                  <a:cubicBezTo>
                    <a:pt x="332508" y="341194"/>
                    <a:pt x="354387" y="321972"/>
                    <a:pt x="369670" y="296249"/>
                  </a:cubicBezTo>
                  <a:cubicBezTo>
                    <a:pt x="384904" y="270525"/>
                    <a:pt x="392546" y="238299"/>
                    <a:pt x="392546" y="199477"/>
                  </a:cubicBezTo>
                  <a:lnTo>
                    <a:pt x="392546" y="173611"/>
                  </a:lnTo>
                  <a:cubicBezTo>
                    <a:pt x="392546" y="134788"/>
                    <a:pt x="384904" y="102562"/>
                    <a:pt x="369670" y="76839"/>
                  </a:cubicBezTo>
                  <a:cubicBezTo>
                    <a:pt x="354387" y="51162"/>
                    <a:pt x="332508" y="31941"/>
                    <a:pt x="303984" y="19174"/>
                  </a:cubicBezTo>
                  <a:close/>
                  <a:moveTo>
                    <a:pt x="331369" y="197531"/>
                  </a:moveTo>
                  <a:cubicBezTo>
                    <a:pt x="331369" y="238015"/>
                    <a:pt x="320596" y="268010"/>
                    <a:pt x="299048" y="287563"/>
                  </a:cubicBezTo>
                  <a:cubicBezTo>
                    <a:pt x="277502" y="307117"/>
                    <a:pt x="245323" y="316894"/>
                    <a:pt x="202514" y="316894"/>
                  </a:cubicBezTo>
                  <a:lnTo>
                    <a:pt x="62221" y="316894"/>
                  </a:lnTo>
                  <a:lnTo>
                    <a:pt x="62221" y="56193"/>
                  </a:lnTo>
                  <a:lnTo>
                    <a:pt x="202514" y="56193"/>
                  </a:lnTo>
                  <a:cubicBezTo>
                    <a:pt x="245323" y="56193"/>
                    <a:pt x="277454" y="65733"/>
                    <a:pt x="299048" y="84812"/>
                  </a:cubicBezTo>
                  <a:cubicBezTo>
                    <a:pt x="320596" y="103891"/>
                    <a:pt x="331369" y="134171"/>
                    <a:pt x="331369" y="175604"/>
                  </a:cubicBezTo>
                  <a:lnTo>
                    <a:pt x="331369" y="197531"/>
                  </a:lnTo>
                  <a:close/>
                </a:path>
              </a:pathLst>
            </a:custGeom>
            <a:solidFill>
              <a:srgbClr val="0F214A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5E08F6C9-1226-467B-81CC-D21D6869BD16}"/>
                </a:ext>
              </a:extLst>
            </p:cNvPr>
            <p:cNvSpPr/>
            <p:nvPr/>
          </p:nvSpPr>
          <p:spPr>
            <a:xfrm>
              <a:off x="8344036" y="4927183"/>
              <a:ext cx="410485" cy="373134"/>
            </a:xfrm>
            <a:custGeom>
              <a:avLst/>
              <a:gdLst>
                <a:gd name="connsiteX0" fmla="*/ 349262 w 410485"/>
                <a:gd name="connsiteY0" fmla="*/ 291598 h 373134"/>
                <a:gd name="connsiteX1" fmla="*/ 60702 w 410485"/>
                <a:gd name="connsiteY1" fmla="*/ 0 h 373134"/>
                <a:gd name="connsiteX2" fmla="*/ 26388 w 410485"/>
                <a:gd name="connsiteY2" fmla="*/ 0 h 373134"/>
                <a:gd name="connsiteX3" fmla="*/ 0 w 410485"/>
                <a:gd name="connsiteY3" fmla="*/ 0 h 373134"/>
                <a:gd name="connsiteX4" fmla="*/ 0 w 410485"/>
                <a:gd name="connsiteY4" fmla="*/ 373135 h 373134"/>
                <a:gd name="connsiteX5" fmla="*/ 60702 w 410485"/>
                <a:gd name="connsiteY5" fmla="*/ 373135 h 373134"/>
                <a:gd name="connsiteX6" fmla="*/ 60702 w 410485"/>
                <a:gd name="connsiteY6" fmla="*/ 81917 h 373134"/>
                <a:gd name="connsiteX7" fmla="*/ 349262 w 410485"/>
                <a:gd name="connsiteY7" fmla="*/ 373135 h 373134"/>
                <a:gd name="connsiteX8" fmla="*/ 410486 w 410485"/>
                <a:gd name="connsiteY8" fmla="*/ 373135 h 373134"/>
                <a:gd name="connsiteX9" fmla="*/ 410486 w 410485"/>
                <a:gd name="connsiteY9" fmla="*/ 0 h 373134"/>
                <a:gd name="connsiteX10" fmla="*/ 349262 w 410485"/>
                <a:gd name="connsiteY10" fmla="*/ 0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0485" h="373134">
                  <a:moveTo>
                    <a:pt x="349262" y="291598"/>
                  </a:moveTo>
                  <a:lnTo>
                    <a:pt x="60702" y="0"/>
                  </a:lnTo>
                  <a:lnTo>
                    <a:pt x="26388" y="0"/>
                  </a:lnTo>
                  <a:lnTo>
                    <a:pt x="0" y="0"/>
                  </a:lnTo>
                  <a:lnTo>
                    <a:pt x="0" y="373135"/>
                  </a:lnTo>
                  <a:lnTo>
                    <a:pt x="60702" y="373135"/>
                  </a:lnTo>
                  <a:lnTo>
                    <a:pt x="60702" y="81917"/>
                  </a:lnTo>
                  <a:lnTo>
                    <a:pt x="349262" y="373135"/>
                  </a:lnTo>
                  <a:lnTo>
                    <a:pt x="410486" y="373135"/>
                  </a:lnTo>
                  <a:lnTo>
                    <a:pt x="410486" y="0"/>
                  </a:lnTo>
                  <a:lnTo>
                    <a:pt x="349262" y="0"/>
                  </a:lnTo>
                  <a:close/>
                </a:path>
              </a:pathLst>
            </a:custGeom>
            <a:solidFill>
              <a:srgbClr val="0F214A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9EBFF170-9966-4D97-BD59-699C843D4DB9}"/>
                </a:ext>
              </a:extLst>
            </p:cNvPr>
            <p:cNvSpPr/>
            <p:nvPr/>
          </p:nvSpPr>
          <p:spPr>
            <a:xfrm>
              <a:off x="8863965" y="4927183"/>
              <a:ext cx="421876" cy="373134"/>
            </a:xfrm>
            <a:custGeom>
              <a:avLst/>
              <a:gdLst>
                <a:gd name="connsiteX0" fmla="*/ 355716 w 421876"/>
                <a:gd name="connsiteY0" fmla="*/ 0 h 373134"/>
                <a:gd name="connsiteX1" fmla="*/ 212955 w 421876"/>
                <a:gd name="connsiteY1" fmla="*/ 291598 h 373134"/>
                <a:gd name="connsiteX2" fmla="*/ 70146 w 421876"/>
                <a:gd name="connsiteY2" fmla="*/ 0 h 373134"/>
                <a:gd name="connsiteX3" fmla="*/ 0 w 421876"/>
                <a:gd name="connsiteY3" fmla="*/ 0 h 373134"/>
                <a:gd name="connsiteX4" fmla="*/ 187042 w 421876"/>
                <a:gd name="connsiteY4" fmla="*/ 373135 h 373134"/>
                <a:gd name="connsiteX5" fmla="*/ 235309 w 421876"/>
                <a:gd name="connsiteY5" fmla="*/ 373135 h 373134"/>
                <a:gd name="connsiteX6" fmla="*/ 421876 w 421876"/>
                <a:gd name="connsiteY6" fmla="*/ 0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21876" h="373134">
                  <a:moveTo>
                    <a:pt x="355716" y="0"/>
                  </a:moveTo>
                  <a:lnTo>
                    <a:pt x="212955" y="291598"/>
                  </a:lnTo>
                  <a:lnTo>
                    <a:pt x="70146" y="0"/>
                  </a:lnTo>
                  <a:lnTo>
                    <a:pt x="0" y="0"/>
                  </a:lnTo>
                  <a:lnTo>
                    <a:pt x="187042" y="373135"/>
                  </a:lnTo>
                  <a:lnTo>
                    <a:pt x="235309" y="373135"/>
                  </a:lnTo>
                  <a:lnTo>
                    <a:pt x="421876" y="0"/>
                  </a:lnTo>
                  <a:close/>
                </a:path>
              </a:pathLst>
            </a:custGeom>
            <a:solidFill>
              <a:srgbClr val="0F214A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pic>
        <p:nvPicPr>
          <p:cNvPr id="47" name="TAGLINE 60Black">
            <a:extLst>
              <a:ext uri="{FF2B5EF4-FFF2-40B4-BE49-F238E27FC236}">
                <a16:creationId xmlns:a16="http://schemas.microsoft.com/office/drawing/2014/main" id="{1DDB6F67-2C8F-419C-A09A-62A18305D40F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646865" y="539750"/>
            <a:ext cx="1703386" cy="110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6263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Logo">
            <a:extLst>
              <a:ext uri="{FF2B5EF4-FFF2-40B4-BE49-F238E27FC236}">
                <a16:creationId xmlns:a16="http://schemas.microsoft.com/office/drawing/2014/main" id="{695A7F22-D090-4AF8-A177-30D9606CFDBE}"/>
              </a:ext>
            </a:extLst>
          </p:cNvPr>
          <p:cNvGrpSpPr/>
          <p:nvPr userDrawn="1"/>
        </p:nvGrpSpPr>
        <p:grpSpPr>
          <a:xfrm>
            <a:off x="10893210" y="6350918"/>
            <a:ext cx="755843" cy="322808"/>
            <a:chOff x="6380216" y="4059273"/>
            <a:chExt cx="2905863" cy="1241045"/>
          </a:xfrm>
          <a:solidFill>
            <a:schemeClr val="bg1"/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DC3685D1-9F07-4341-8451-6ACA3C76F377}"/>
                </a:ext>
              </a:extLst>
            </p:cNvPr>
            <p:cNvSpPr/>
            <p:nvPr/>
          </p:nvSpPr>
          <p:spPr>
            <a:xfrm>
              <a:off x="6380216" y="4059273"/>
              <a:ext cx="2905863" cy="346936"/>
            </a:xfrm>
            <a:custGeom>
              <a:avLst/>
              <a:gdLst>
                <a:gd name="connsiteX0" fmla="*/ 0 w 2905863"/>
                <a:gd name="connsiteY0" fmla="*/ 0 h 346936"/>
                <a:gd name="connsiteX1" fmla="*/ 2905864 w 2905863"/>
                <a:gd name="connsiteY1" fmla="*/ 0 h 346936"/>
                <a:gd name="connsiteX2" fmla="*/ 2905864 w 2905863"/>
                <a:gd name="connsiteY2" fmla="*/ 346937 h 346936"/>
                <a:gd name="connsiteX3" fmla="*/ 0 w 2905863"/>
                <a:gd name="connsiteY3" fmla="*/ 346937 h 346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346936">
                  <a:moveTo>
                    <a:pt x="0" y="0"/>
                  </a:moveTo>
                  <a:lnTo>
                    <a:pt x="2905864" y="0"/>
                  </a:lnTo>
                  <a:lnTo>
                    <a:pt x="2905864" y="346937"/>
                  </a:lnTo>
                  <a:lnTo>
                    <a:pt x="0" y="346937"/>
                  </a:lnTo>
                  <a:close/>
                </a:path>
              </a:pathLst>
            </a:custGeom>
            <a:grpFill/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05DB9FB-B858-4B06-A61C-9DAA21B1D160}"/>
                </a:ext>
              </a:extLst>
            </p:cNvPr>
            <p:cNvSpPr/>
            <p:nvPr/>
          </p:nvSpPr>
          <p:spPr>
            <a:xfrm>
              <a:off x="6380216" y="4521775"/>
              <a:ext cx="2905863" cy="57854"/>
            </a:xfrm>
            <a:custGeom>
              <a:avLst/>
              <a:gdLst>
                <a:gd name="connsiteX0" fmla="*/ 0 w 2905863"/>
                <a:gd name="connsiteY0" fmla="*/ 0 h 57854"/>
                <a:gd name="connsiteX1" fmla="*/ 2905864 w 2905863"/>
                <a:gd name="connsiteY1" fmla="*/ 0 h 57854"/>
                <a:gd name="connsiteX2" fmla="*/ 2905864 w 2905863"/>
                <a:gd name="connsiteY2" fmla="*/ 57854 h 57854"/>
                <a:gd name="connsiteX3" fmla="*/ 0 w 2905863"/>
                <a:gd name="connsiteY3" fmla="*/ 57854 h 57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57854">
                  <a:moveTo>
                    <a:pt x="0" y="0"/>
                  </a:moveTo>
                  <a:lnTo>
                    <a:pt x="2905864" y="0"/>
                  </a:lnTo>
                  <a:lnTo>
                    <a:pt x="2905864" y="57854"/>
                  </a:lnTo>
                  <a:lnTo>
                    <a:pt x="0" y="57854"/>
                  </a:lnTo>
                  <a:close/>
                </a:path>
              </a:pathLst>
            </a:custGeom>
            <a:grpFill/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86694A08-8823-4FD6-88C7-8415CF19C262}"/>
                </a:ext>
              </a:extLst>
            </p:cNvPr>
            <p:cNvSpPr/>
            <p:nvPr/>
          </p:nvSpPr>
          <p:spPr>
            <a:xfrm>
              <a:off x="6380216" y="4637294"/>
              <a:ext cx="2905863" cy="115566"/>
            </a:xfrm>
            <a:custGeom>
              <a:avLst/>
              <a:gdLst>
                <a:gd name="connsiteX0" fmla="*/ 0 w 2905863"/>
                <a:gd name="connsiteY0" fmla="*/ 0 h 115566"/>
                <a:gd name="connsiteX1" fmla="*/ 2905864 w 2905863"/>
                <a:gd name="connsiteY1" fmla="*/ 0 h 115566"/>
                <a:gd name="connsiteX2" fmla="*/ 2905864 w 2905863"/>
                <a:gd name="connsiteY2" fmla="*/ 115566 h 115566"/>
                <a:gd name="connsiteX3" fmla="*/ 0 w 2905863"/>
                <a:gd name="connsiteY3" fmla="*/ 115566 h 115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115566">
                  <a:moveTo>
                    <a:pt x="0" y="0"/>
                  </a:moveTo>
                  <a:lnTo>
                    <a:pt x="2905864" y="0"/>
                  </a:lnTo>
                  <a:lnTo>
                    <a:pt x="2905864" y="115566"/>
                  </a:lnTo>
                  <a:lnTo>
                    <a:pt x="0" y="115566"/>
                  </a:lnTo>
                  <a:close/>
                </a:path>
              </a:pathLst>
            </a:custGeom>
            <a:grpFill/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20EAD51D-BC75-421A-AA39-A25C2993AF87}"/>
                </a:ext>
              </a:extLst>
            </p:cNvPr>
            <p:cNvSpPr/>
            <p:nvPr/>
          </p:nvSpPr>
          <p:spPr>
            <a:xfrm>
              <a:off x="7833598" y="4927183"/>
              <a:ext cx="392545" cy="373134"/>
            </a:xfrm>
            <a:custGeom>
              <a:avLst/>
              <a:gdLst>
                <a:gd name="connsiteX0" fmla="*/ 303984 w 392545"/>
                <a:gd name="connsiteY0" fmla="*/ 19174 h 373134"/>
                <a:gd name="connsiteX1" fmla="*/ 201992 w 392545"/>
                <a:gd name="connsiteY1" fmla="*/ 0 h 373134"/>
                <a:gd name="connsiteX2" fmla="*/ 62173 w 392545"/>
                <a:gd name="connsiteY2" fmla="*/ 0 h 373134"/>
                <a:gd name="connsiteX3" fmla="*/ 27859 w 392545"/>
                <a:gd name="connsiteY3" fmla="*/ 0 h 373134"/>
                <a:gd name="connsiteX4" fmla="*/ 0 w 392545"/>
                <a:gd name="connsiteY4" fmla="*/ 0 h 373134"/>
                <a:gd name="connsiteX5" fmla="*/ 0 w 392545"/>
                <a:gd name="connsiteY5" fmla="*/ 373135 h 373134"/>
                <a:gd name="connsiteX6" fmla="*/ 27859 w 392545"/>
                <a:gd name="connsiteY6" fmla="*/ 373135 h 373134"/>
                <a:gd name="connsiteX7" fmla="*/ 62173 w 392545"/>
                <a:gd name="connsiteY7" fmla="*/ 373135 h 373134"/>
                <a:gd name="connsiteX8" fmla="*/ 201992 w 392545"/>
                <a:gd name="connsiteY8" fmla="*/ 373135 h 373134"/>
                <a:gd name="connsiteX9" fmla="*/ 303984 w 392545"/>
                <a:gd name="connsiteY9" fmla="*/ 353961 h 373134"/>
                <a:gd name="connsiteX10" fmla="*/ 369670 w 392545"/>
                <a:gd name="connsiteY10" fmla="*/ 296249 h 373134"/>
                <a:gd name="connsiteX11" fmla="*/ 392546 w 392545"/>
                <a:gd name="connsiteY11" fmla="*/ 199477 h 373134"/>
                <a:gd name="connsiteX12" fmla="*/ 392546 w 392545"/>
                <a:gd name="connsiteY12" fmla="*/ 173611 h 373134"/>
                <a:gd name="connsiteX13" fmla="*/ 369670 w 392545"/>
                <a:gd name="connsiteY13" fmla="*/ 76839 h 373134"/>
                <a:gd name="connsiteX14" fmla="*/ 303984 w 392545"/>
                <a:gd name="connsiteY14" fmla="*/ 19174 h 373134"/>
                <a:gd name="connsiteX15" fmla="*/ 331369 w 392545"/>
                <a:gd name="connsiteY15" fmla="*/ 197531 h 373134"/>
                <a:gd name="connsiteX16" fmla="*/ 299048 w 392545"/>
                <a:gd name="connsiteY16" fmla="*/ 287563 h 373134"/>
                <a:gd name="connsiteX17" fmla="*/ 202514 w 392545"/>
                <a:gd name="connsiteY17" fmla="*/ 316894 h 373134"/>
                <a:gd name="connsiteX18" fmla="*/ 62221 w 392545"/>
                <a:gd name="connsiteY18" fmla="*/ 316894 h 373134"/>
                <a:gd name="connsiteX19" fmla="*/ 62221 w 392545"/>
                <a:gd name="connsiteY19" fmla="*/ 56193 h 373134"/>
                <a:gd name="connsiteX20" fmla="*/ 202514 w 392545"/>
                <a:gd name="connsiteY20" fmla="*/ 56193 h 373134"/>
                <a:gd name="connsiteX21" fmla="*/ 299048 w 392545"/>
                <a:gd name="connsiteY21" fmla="*/ 84812 h 373134"/>
                <a:gd name="connsiteX22" fmla="*/ 331369 w 392545"/>
                <a:gd name="connsiteY22" fmla="*/ 175604 h 373134"/>
                <a:gd name="connsiteX23" fmla="*/ 331369 w 392545"/>
                <a:gd name="connsiteY23" fmla="*/ 197531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92545" h="373134">
                  <a:moveTo>
                    <a:pt x="303984" y="19174"/>
                  </a:moveTo>
                  <a:cubicBezTo>
                    <a:pt x="275461" y="6407"/>
                    <a:pt x="241479" y="0"/>
                    <a:pt x="201992" y="0"/>
                  </a:cubicBezTo>
                  <a:lnTo>
                    <a:pt x="62173" y="0"/>
                  </a:lnTo>
                  <a:lnTo>
                    <a:pt x="27859" y="0"/>
                  </a:lnTo>
                  <a:lnTo>
                    <a:pt x="0" y="0"/>
                  </a:lnTo>
                  <a:lnTo>
                    <a:pt x="0" y="373135"/>
                  </a:lnTo>
                  <a:lnTo>
                    <a:pt x="27859" y="373135"/>
                  </a:lnTo>
                  <a:lnTo>
                    <a:pt x="62173" y="373135"/>
                  </a:lnTo>
                  <a:lnTo>
                    <a:pt x="201992" y="373135"/>
                  </a:lnTo>
                  <a:cubicBezTo>
                    <a:pt x="241479" y="373135"/>
                    <a:pt x="275461" y="366728"/>
                    <a:pt x="303984" y="353961"/>
                  </a:cubicBezTo>
                  <a:cubicBezTo>
                    <a:pt x="332508" y="341194"/>
                    <a:pt x="354387" y="321972"/>
                    <a:pt x="369670" y="296249"/>
                  </a:cubicBezTo>
                  <a:cubicBezTo>
                    <a:pt x="384904" y="270525"/>
                    <a:pt x="392546" y="238299"/>
                    <a:pt x="392546" y="199477"/>
                  </a:cubicBezTo>
                  <a:lnTo>
                    <a:pt x="392546" y="173611"/>
                  </a:lnTo>
                  <a:cubicBezTo>
                    <a:pt x="392546" y="134788"/>
                    <a:pt x="384904" y="102562"/>
                    <a:pt x="369670" y="76839"/>
                  </a:cubicBezTo>
                  <a:cubicBezTo>
                    <a:pt x="354387" y="51162"/>
                    <a:pt x="332508" y="31941"/>
                    <a:pt x="303984" y="19174"/>
                  </a:cubicBezTo>
                  <a:close/>
                  <a:moveTo>
                    <a:pt x="331369" y="197531"/>
                  </a:moveTo>
                  <a:cubicBezTo>
                    <a:pt x="331369" y="238015"/>
                    <a:pt x="320596" y="268010"/>
                    <a:pt x="299048" y="287563"/>
                  </a:cubicBezTo>
                  <a:cubicBezTo>
                    <a:pt x="277502" y="307117"/>
                    <a:pt x="245323" y="316894"/>
                    <a:pt x="202514" y="316894"/>
                  </a:cubicBezTo>
                  <a:lnTo>
                    <a:pt x="62221" y="316894"/>
                  </a:lnTo>
                  <a:lnTo>
                    <a:pt x="62221" y="56193"/>
                  </a:lnTo>
                  <a:lnTo>
                    <a:pt x="202514" y="56193"/>
                  </a:lnTo>
                  <a:cubicBezTo>
                    <a:pt x="245323" y="56193"/>
                    <a:pt x="277454" y="65733"/>
                    <a:pt x="299048" y="84812"/>
                  </a:cubicBezTo>
                  <a:cubicBezTo>
                    <a:pt x="320596" y="103891"/>
                    <a:pt x="331369" y="134171"/>
                    <a:pt x="331369" y="175604"/>
                  </a:cubicBezTo>
                  <a:lnTo>
                    <a:pt x="331369" y="197531"/>
                  </a:lnTo>
                  <a:close/>
                </a:path>
              </a:pathLst>
            </a:custGeom>
            <a:grpFill/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6D0EDFBF-F6DC-4EE5-B961-FB8227BC86A9}"/>
                </a:ext>
              </a:extLst>
            </p:cNvPr>
            <p:cNvSpPr/>
            <p:nvPr/>
          </p:nvSpPr>
          <p:spPr>
            <a:xfrm>
              <a:off x="8344036" y="4927183"/>
              <a:ext cx="410485" cy="373134"/>
            </a:xfrm>
            <a:custGeom>
              <a:avLst/>
              <a:gdLst>
                <a:gd name="connsiteX0" fmla="*/ 349262 w 410485"/>
                <a:gd name="connsiteY0" fmla="*/ 291598 h 373134"/>
                <a:gd name="connsiteX1" fmla="*/ 60702 w 410485"/>
                <a:gd name="connsiteY1" fmla="*/ 0 h 373134"/>
                <a:gd name="connsiteX2" fmla="*/ 26388 w 410485"/>
                <a:gd name="connsiteY2" fmla="*/ 0 h 373134"/>
                <a:gd name="connsiteX3" fmla="*/ 0 w 410485"/>
                <a:gd name="connsiteY3" fmla="*/ 0 h 373134"/>
                <a:gd name="connsiteX4" fmla="*/ 0 w 410485"/>
                <a:gd name="connsiteY4" fmla="*/ 373135 h 373134"/>
                <a:gd name="connsiteX5" fmla="*/ 60702 w 410485"/>
                <a:gd name="connsiteY5" fmla="*/ 373135 h 373134"/>
                <a:gd name="connsiteX6" fmla="*/ 60702 w 410485"/>
                <a:gd name="connsiteY6" fmla="*/ 81917 h 373134"/>
                <a:gd name="connsiteX7" fmla="*/ 349262 w 410485"/>
                <a:gd name="connsiteY7" fmla="*/ 373135 h 373134"/>
                <a:gd name="connsiteX8" fmla="*/ 410486 w 410485"/>
                <a:gd name="connsiteY8" fmla="*/ 373135 h 373134"/>
                <a:gd name="connsiteX9" fmla="*/ 410486 w 410485"/>
                <a:gd name="connsiteY9" fmla="*/ 0 h 373134"/>
                <a:gd name="connsiteX10" fmla="*/ 349262 w 410485"/>
                <a:gd name="connsiteY10" fmla="*/ 0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0485" h="373134">
                  <a:moveTo>
                    <a:pt x="349262" y="291598"/>
                  </a:moveTo>
                  <a:lnTo>
                    <a:pt x="60702" y="0"/>
                  </a:lnTo>
                  <a:lnTo>
                    <a:pt x="26388" y="0"/>
                  </a:lnTo>
                  <a:lnTo>
                    <a:pt x="0" y="0"/>
                  </a:lnTo>
                  <a:lnTo>
                    <a:pt x="0" y="373135"/>
                  </a:lnTo>
                  <a:lnTo>
                    <a:pt x="60702" y="373135"/>
                  </a:lnTo>
                  <a:lnTo>
                    <a:pt x="60702" y="81917"/>
                  </a:lnTo>
                  <a:lnTo>
                    <a:pt x="349262" y="373135"/>
                  </a:lnTo>
                  <a:lnTo>
                    <a:pt x="410486" y="373135"/>
                  </a:lnTo>
                  <a:lnTo>
                    <a:pt x="410486" y="0"/>
                  </a:lnTo>
                  <a:lnTo>
                    <a:pt x="349262" y="0"/>
                  </a:lnTo>
                  <a:close/>
                </a:path>
              </a:pathLst>
            </a:custGeom>
            <a:grpFill/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D9D8410-AE1F-42D5-9F0C-1407AD71DD5C}"/>
                </a:ext>
              </a:extLst>
            </p:cNvPr>
            <p:cNvSpPr/>
            <p:nvPr/>
          </p:nvSpPr>
          <p:spPr>
            <a:xfrm>
              <a:off x="8863965" y="4927183"/>
              <a:ext cx="421876" cy="373134"/>
            </a:xfrm>
            <a:custGeom>
              <a:avLst/>
              <a:gdLst>
                <a:gd name="connsiteX0" fmla="*/ 355716 w 421876"/>
                <a:gd name="connsiteY0" fmla="*/ 0 h 373134"/>
                <a:gd name="connsiteX1" fmla="*/ 212955 w 421876"/>
                <a:gd name="connsiteY1" fmla="*/ 291598 h 373134"/>
                <a:gd name="connsiteX2" fmla="*/ 70146 w 421876"/>
                <a:gd name="connsiteY2" fmla="*/ 0 h 373134"/>
                <a:gd name="connsiteX3" fmla="*/ 0 w 421876"/>
                <a:gd name="connsiteY3" fmla="*/ 0 h 373134"/>
                <a:gd name="connsiteX4" fmla="*/ 187042 w 421876"/>
                <a:gd name="connsiteY4" fmla="*/ 373135 h 373134"/>
                <a:gd name="connsiteX5" fmla="*/ 235309 w 421876"/>
                <a:gd name="connsiteY5" fmla="*/ 373135 h 373134"/>
                <a:gd name="connsiteX6" fmla="*/ 421876 w 421876"/>
                <a:gd name="connsiteY6" fmla="*/ 0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21876" h="373134">
                  <a:moveTo>
                    <a:pt x="355716" y="0"/>
                  </a:moveTo>
                  <a:lnTo>
                    <a:pt x="212955" y="291598"/>
                  </a:lnTo>
                  <a:lnTo>
                    <a:pt x="70146" y="0"/>
                  </a:lnTo>
                  <a:lnTo>
                    <a:pt x="0" y="0"/>
                  </a:lnTo>
                  <a:lnTo>
                    <a:pt x="187042" y="373135"/>
                  </a:lnTo>
                  <a:lnTo>
                    <a:pt x="235309" y="373135"/>
                  </a:lnTo>
                  <a:lnTo>
                    <a:pt x="421876" y="0"/>
                  </a:lnTo>
                  <a:close/>
                </a:path>
              </a:pathLst>
            </a:custGeom>
            <a:grpFill/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insert agenda title</a:t>
            </a:r>
            <a:endParaRPr lang="en-GB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0" y="1730375"/>
            <a:ext cx="11110913" cy="431641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7000"/>
              </a:lnSpc>
              <a:spcBef>
                <a:spcPts val="600"/>
              </a:spcBef>
              <a:buClr>
                <a:srgbClr val="333333"/>
              </a:buClr>
              <a:buFont typeface="Arial" panose="020B0604020202020204" pitchFamily="34" charset="0"/>
              <a:buChar char="​"/>
              <a:defRPr sz="2800" b="0">
                <a:solidFill>
                  <a:schemeClr val="bg1"/>
                </a:solidFill>
              </a:defRPr>
            </a:lvl1pPr>
            <a:lvl2pPr marL="180000" indent="-180000">
              <a:spcBef>
                <a:spcPts val="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2pPr>
            <a:lvl3pPr marL="360000">
              <a:spcBef>
                <a:spcPts val="600"/>
              </a:spcBef>
              <a:defRPr>
                <a:solidFill>
                  <a:schemeClr val="bg1"/>
                </a:solidFill>
              </a:defRPr>
            </a:lvl3pPr>
          </a:lstStyle>
          <a:p>
            <a:pPr lvl="0"/>
            <a:r>
              <a:rPr lang="en-GB"/>
              <a:t>Click to add agenda topic, use DNV colour to highlight topic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CC51AD2-C7F6-4AF5-83C7-C3346E7B2B9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26645AE-FC10-4F79-953E-599B36B67B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170CD4-9BE0-473A-A859-807C538E799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BA07366-CB75-4AA8-9E5B-928B849F427C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7" name="_SD_FLD_Copyright">
            <a:extLst>
              <a:ext uri="{FF2B5EF4-FFF2-40B4-BE49-F238E27FC236}">
                <a16:creationId xmlns:a16="http://schemas.microsoft.com/office/drawing/2014/main" id="{91DD9A75-AAB0-4D34-9DD6-745202F2B6EC}"/>
              </a:ext>
            </a:extLst>
          </p:cNvPr>
          <p:cNvSpPr txBox="1"/>
          <p:nvPr userDrawn="1"/>
        </p:nvSpPr>
        <p:spPr>
          <a:xfrm>
            <a:off x="853200" y="6440400"/>
            <a:ext cx="278923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sz="700" noProof="0">
                <a:solidFill>
                  <a:schemeClr val="bg1"/>
                </a:solidFill>
              </a:rPr>
              <a:t>DNV ©</a:t>
            </a:r>
            <a:endParaRPr lang="en-GB" sz="700" noProof="0" dirty="0">
              <a:solidFill>
                <a:schemeClr val="bg1"/>
              </a:solidFill>
            </a:endParaRPr>
          </a:p>
        </p:txBody>
      </p:sp>
      <p:sp>
        <p:nvSpPr>
          <p:cNvPr id="18" name="SD_FLD_DocumentDate">
            <a:extLst>
              <a:ext uri="{FF2B5EF4-FFF2-40B4-BE49-F238E27FC236}">
                <a16:creationId xmlns:a16="http://schemas.microsoft.com/office/drawing/2014/main" id="{1BACBB39-DAB4-4191-818A-2C30244CF39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66400" y="6440400"/>
            <a:ext cx="1198800" cy="15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t" anchorCtr="0"/>
          <a:lstStyle/>
          <a:p>
            <a:pPr algn="ctr">
              <a:spcBef>
                <a:spcPts val="0"/>
              </a:spcBef>
            </a:pPr>
            <a:r>
              <a:rPr lang="en-GB" altLang="ja-JP" sz="700" cap="all" baseline="0">
                <a:solidFill>
                  <a:schemeClr val="bg1"/>
                </a:solidFill>
                <a:ea typeface="ＭＳ Ｐゴシック" charset="-128"/>
                <a:cs typeface="Arial" charset="0"/>
              </a:rPr>
              <a:t>24 April 2024</a:t>
            </a:r>
            <a:endParaRPr lang="en-GB" altLang="ja-JP" sz="700" cap="all" baseline="0" dirty="0">
              <a:solidFill>
                <a:schemeClr val="bg1"/>
              </a:solidFill>
              <a:ea typeface="ＭＳ Ｐゴシック" charset="-128"/>
              <a:cs typeface="Arial" charset="0"/>
            </a:endParaRPr>
          </a:p>
        </p:txBody>
      </p:sp>
      <p:sp>
        <p:nvSpPr>
          <p:cNvPr id="22" name="SD_FLD_Draft" hidden="1">
            <a:extLst>
              <a:ext uri="{FF2B5EF4-FFF2-40B4-BE49-F238E27FC236}">
                <a16:creationId xmlns:a16="http://schemas.microsoft.com/office/drawing/2014/main" id="{92C90B5D-5FAE-415E-B4B3-FF93FD8C92B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243513" y="6232324"/>
            <a:ext cx="1700337" cy="208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14400" rIns="0" bIns="0" anchor="t" anchorCtr="0"/>
          <a:lstStyle/>
          <a:p>
            <a:pPr algn="ctr">
              <a:lnSpc>
                <a:spcPct val="83000"/>
              </a:lnSpc>
              <a:spcBef>
                <a:spcPts val="0"/>
              </a:spcBef>
            </a:pPr>
            <a:r>
              <a:rPr lang="en-GB" altLang="ja-JP" sz="1600" b="0" cap="all" baseline="0" dirty="0">
                <a:solidFill>
                  <a:srgbClr val="C4262E"/>
                </a:solidFill>
                <a:ea typeface="ＭＳ Ｐゴシック" charset="-128"/>
                <a:cs typeface="Arial" charset="0"/>
              </a:rPr>
              <a:t>DRAFT</a:t>
            </a:r>
          </a:p>
        </p:txBody>
      </p:sp>
      <p:sp>
        <p:nvSpPr>
          <p:cNvPr id="20" name="SD_FLD_Confidentiality">
            <a:extLst>
              <a:ext uri="{FF2B5EF4-FFF2-40B4-BE49-F238E27FC236}">
                <a16:creationId xmlns:a16="http://schemas.microsoft.com/office/drawing/2014/main" id="{3DEC7C90-257A-486B-BBAD-EACD348C6498}"/>
              </a:ext>
            </a:extLst>
          </p:cNvPr>
          <p:cNvSpPr/>
          <p:nvPr userDrawn="1"/>
        </p:nvSpPr>
        <p:spPr>
          <a:xfrm>
            <a:off x="7131600" y="6440400"/>
            <a:ext cx="2440800" cy="151200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0" algn="ctr" defTabSz="914400" rtl="0" eaLnBrk="1" latinLnBrk="0" hangingPunct="1">
              <a:lnSpc>
                <a:spcPct val="100000"/>
              </a:lnSpc>
              <a:spcBef>
                <a:spcPts val="0"/>
              </a:spcBef>
            </a:pPr>
            <a:endParaRPr lang="en-GB" sz="700" b="0" kern="1200" cap="all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774043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 bwMode="white">
          <a:xfrm>
            <a:off x="1" y="-1"/>
            <a:ext cx="12191999" cy="6861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40000" y="1536806"/>
            <a:ext cx="10170863" cy="3784387"/>
          </a:xfrm>
        </p:spPr>
        <p:txBody>
          <a:bodyPr anchor="ctr" anchorCtr="0">
            <a:noAutofit/>
          </a:bodyPr>
          <a:lstStyle>
            <a:lvl1pPr algn="l">
              <a:defRPr sz="6000" b="0" cap="none" baseline="0">
                <a:solidFill>
                  <a:schemeClr val="accent5"/>
                </a:solidFill>
              </a:defRPr>
            </a:lvl1pPr>
          </a:lstStyle>
          <a:p>
            <a:r>
              <a:rPr lang="en-GB"/>
              <a:t>Click to add title</a:t>
            </a:r>
            <a:endParaRPr lang="en-GB" dirty="0"/>
          </a:p>
        </p:txBody>
      </p:sp>
      <p:grpSp>
        <p:nvGrpSpPr>
          <p:cNvPr id="14" name="Logo">
            <a:extLst>
              <a:ext uri="{FF2B5EF4-FFF2-40B4-BE49-F238E27FC236}">
                <a16:creationId xmlns:a16="http://schemas.microsoft.com/office/drawing/2014/main" id="{FFD8B2ED-D29A-4DD2-802B-39A737104C76}"/>
              </a:ext>
            </a:extLst>
          </p:cNvPr>
          <p:cNvGrpSpPr/>
          <p:nvPr userDrawn="1"/>
        </p:nvGrpSpPr>
        <p:grpSpPr bwMode="black">
          <a:xfrm>
            <a:off x="10893210" y="6350918"/>
            <a:ext cx="755843" cy="322808"/>
            <a:chOff x="6380216" y="4059273"/>
            <a:chExt cx="2905863" cy="1241045"/>
          </a:xfrm>
          <a:solidFill>
            <a:schemeClr val="bg1"/>
          </a:solidFill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DE34447-D162-4F7B-935A-955BE9F11910}"/>
                </a:ext>
              </a:extLst>
            </p:cNvPr>
            <p:cNvSpPr/>
            <p:nvPr/>
          </p:nvSpPr>
          <p:spPr bwMode="black">
            <a:xfrm>
              <a:off x="6380216" y="4059273"/>
              <a:ext cx="2905863" cy="346936"/>
            </a:xfrm>
            <a:custGeom>
              <a:avLst/>
              <a:gdLst>
                <a:gd name="connsiteX0" fmla="*/ 0 w 2905863"/>
                <a:gd name="connsiteY0" fmla="*/ 0 h 346936"/>
                <a:gd name="connsiteX1" fmla="*/ 2905864 w 2905863"/>
                <a:gd name="connsiteY1" fmla="*/ 0 h 346936"/>
                <a:gd name="connsiteX2" fmla="*/ 2905864 w 2905863"/>
                <a:gd name="connsiteY2" fmla="*/ 346937 h 346936"/>
                <a:gd name="connsiteX3" fmla="*/ 0 w 2905863"/>
                <a:gd name="connsiteY3" fmla="*/ 346937 h 346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346936">
                  <a:moveTo>
                    <a:pt x="0" y="0"/>
                  </a:moveTo>
                  <a:lnTo>
                    <a:pt x="2905864" y="0"/>
                  </a:lnTo>
                  <a:lnTo>
                    <a:pt x="2905864" y="346937"/>
                  </a:lnTo>
                  <a:lnTo>
                    <a:pt x="0" y="346937"/>
                  </a:lnTo>
                  <a:close/>
                </a:path>
              </a:pathLst>
            </a:custGeom>
            <a:grpFill/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CC62DE1-D960-4214-AF24-6FCCF8E1E2CB}"/>
                </a:ext>
              </a:extLst>
            </p:cNvPr>
            <p:cNvSpPr/>
            <p:nvPr/>
          </p:nvSpPr>
          <p:spPr bwMode="black">
            <a:xfrm>
              <a:off x="6380216" y="4521775"/>
              <a:ext cx="2905863" cy="57854"/>
            </a:xfrm>
            <a:custGeom>
              <a:avLst/>
              <a:gdLst>
                <a:gd name="connsiteX0" fmla="*/ 0 w 2905863"/>
                <a:gd name="connsiteY0" fmla="*/ 0 h 57854"/>
                <a:gd name="connsiteX1" fmla="*/ 2905864 w 2905863"/>
                <a:gd name="connsiteY1" fmla="*/ 0 h 57854"/>
                <a:gd name="connsiteX2" fmla="*/ 2905864 w 2905863"/>
                <a:gd name="connsiteY2" fmla="*/ 57854 h 57854"/>
                <a:gd name="connsiteX3" fmla="*/ 0 w 2905863"/>
                <a:gd name="connsiteY3" fmla="*/ 57854 h 57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57854">
                  <a:moveTo>
                    <a:pt x="0" y="0"/>
                  </a:moveTo>
                  <a:lnTo>
                    <a:pt x="2905864" y="0"/>
                  </a:lnTo>
                  <a:lnTo>
                    <a:pt x="2905864" y="57854"/>
                  </a:lnTo>
                  <a:lnTo>
                    <a:pt x="0" y="57854"/>
                  </a:lnTo>
                  <a:close/>
                </a:path>
              </a:pathLst>
            </a:custGeom>
            <a:grpFill/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DA82B21-5583-4BEB-BD57-5F9CEB1A8934}"/>
                </a:ext>
              </a:extLst>
            </p:cNvPr>
            <p:cNvSpPr/>
            <p:nvPr/>
          </p:nvSpPr>
          <p:spPr bwMode="black">
            <a:xfrm>
              <a:off x="6380216" y="4637294"/>
              <a:ext cx="2905863" cy="115566"/>
            </a:xfrm>
            <a:custGeom>
              <a:avLst/>
              <a:gdLst>
                <a:gd name="connsiteX0" fmla="*/ 0 w 2905863"/>
                <a:gd name="connsiteY0" fmla="*/ 0 h 115566"/>
                <a:gd name="connsiteX1" fmla="*/ 2905864 w 2905863"/>
                <a:gd name="connsiteY1" fmla="*/ 0 h 115566"/>
                <a:gd name="connsiteX2" fmla="*/ 2905864 w 2905863"/>
                <a:gd name="connsiteY2" fmla="*/ 115566 h 115566"/>
                <a:gd name="connsiteX3" fmla="*/ 0 w 2905863"/>
                <a:gd name="connsiteY3" fmla="*/ 115566 h 115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115566">
                  <a:moveTo>
                    <a:pt x="0" y="0"/>
                  </a:moveTo>
                  <a:lnTo>
                    <a:pt x="2905864" y="0"/>
                  </a:lnTo>
                  <a:lnTo>
                    <a:pt x="2905864" y="115566"/>
                  </a:lnTo>
                  <a:lnTo>
                    <a:pt x="0" y="115566"/>
                  </a:lnTo>
                  <a:close/>
                </a:path>
              </a:pathLst>
            </a:custGeom>
            <a:grpFill/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9CE20039-795E-4D11-8AE0-90EC7F537A0F}"/>
                </a:ext>
              </a:extLst>
            </p:cNvPr>
            <p:cNvSpPr/>
            <p:nvPr/>
          </p:nvSpPr>
          <p:spPr bwMode="black">
            <a:xfrm>
              <a:off x="7833598" y="4927183"/>
              <a:ext cx="392545" cy="373134"/>
            </a:xfrm>
            <a:custGeom>
              <a:avLst/>
              <a:gdLst>
                <a:gd name="connsiteX0" fmla="*/ 303984 w 392545"/>
                <a:gd name="connsiteY0" fmla="*/ 19174 h 373134"/>
                <a:gd name="connsiteX1" fmla="*/ 201992 w 392545"/>
                <a:gd name="connsiteY1" fmla="*/ 0 h 373134"/>
                <a:gd name="connsiteX2" fmla="*/ 62173 w 392545"/>
                <a:gd name="connsiteY2" fmla="*/ 0 h 373134"/>
                <a:gd name="connsiteX3" fmla="*/ 27859 w 392545"/>
                <a:gd name="connsiteY3" fmla="*/ 0 h 373134"/>
                <a:gd name="connsiteX4" fmla="*/ 0 w 392545"/>
                <a:gd name="connsiteY4" fmla="*/ 0 h 373134"/>
                <a:gd name="connsiteX5" fmla="*/ 0 w 392545"/>
                <a:gd name="connsiteY5" fmla="*/ 373135 h 373134"/>
                <a:gd name="connsiteX6" fmla="*/ 27859 w 392545"/>
                <a:gd name="connsiteY6" fmla="*/ 373135 h 373134"/>
                <a:gd name="connsiteX7" fmla="*/ 62173 w 392545"/>
                <a:gd name="connsiteY7" fmla="*/ 373135 h 373134"/>
                <a:gd name="connsiteX8" fmla="*/ 201992 w 392545"/>
                <a:gd name="connsiteY8" fmla="*/ 373135 h 373134"/>
                <a:gd name="connsiteX9" fmla="*/ 303984 w 392545"/>
                <a:gd name="connsiteY9" fmla="*/ 353961 h 373134"/>
                <a:gd name="connsiteX10" fmla="*/ 369670 w 392545"/>
                <a:gd name="connsiteY10" fmla="*/ 296249 h 373134"/>
                <a:gd name="connsiteX11" fmla="*/ 392546 w 392545"/>
                <a:gd name="connsiteY11" fmla="*/ 199477 h 373134"/>
                <a:gd name="connsiteX12" fmla="*/ 392546 w 392545"/>
                <a:gd name="connsiteY12" fmla="*/ 173611 h 373134"/>
                <a:gd name="connsiteX13" fmla="*/ 369670 w 392545"/>
                <a:gd name="connsiteY13" fmla="*/ 76839 h 373134"/>
                <a:gd name="connsiteX14" fmla="*/ 303984 w 392545"/>
                <a:gd name="connsiteY14" fmla="*/ 19174 h 373134"/>
                <a:gd name="connsiteX15" fmla="*/ 331369 w 392545"/>
                <a:gd name="connsiteY15" fmla="*/ 197531 h 373134"/>
                <a:gd name="connsiteX16" fmla="*/ 299048 w 392545"/>
                <a:gd name="connsiteY16" fmla="*/ 287563 h 373134"/>
                <a:gd name="connsiteX17" fmla="*/ 202514 w 392545"/>
                <a:gd name="connsiteY17" fmla="*/ 316894 h 373134"/>
                <a:gd name="connsiteX18" fmla="*/ 62221 w 392545"/>
                <a:gd name="connsiteY18" fmla="*/ 316894 h 373134"/>
                <a:gd name="connsiteX19" fmla="*/ 62221 w 392545"/>
                <a:gd name="connsiteY19" fmla="*/ 56193 h 373134"/>
                <a:gd name="connsiteX20" fmla="*/ 202514 w 392545"/>
                <a:gd name="connsiteY20" fmla="*/ 56193 h 373134"/>
                <a:gd name="connsiteX21" fmla="*/ 299048 w 392545"/>
                <a:gd name="connsiteY21" fmla="*/ 84812 h 373134"/>
                <a:gd name="connsiteX22" fmla="*/ 331369 w 392545"/>
                <a:gd name="connsiteY22" fmla="*/ 175604 h 373134"/>
                <a:gd name="connsiteX23" fmla="*/ 331369 w 392545"/>
                <a:gd name="connsiteY23" fmla="*/ 197531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92545" h="373134">
                  <a:moveTo>
                    <a:pt x="303984" y="19174"/>
                  </a:moveTo>
                  <a:cubicBezTo>
                    <a:pt x="275461" y="6407"/>
                    <a:pt x="241479" y="0"/>
                    <a:pt x="201992" y="0"/>
                  </a:cubicBezTo>
                  <a:lnTo>
                    <a:pt x="62173" y="0"/>
                  </a:lnTo>
                  <a:lnTo>
                    <a:pt x="27859" y="0"/>
                  </a:lnTo>
                  <a:lnTo>
                    <a:pt x="0" y="0"/>
                  </a:lnTo>
                  <a:lnTo>
                    <a:pt x="0" y="373135"/>
                  </a:lnTo>
                  <a:lnTo>
                    <a:pt x="27859" y="373135"/>
                  </a:lnTo>
                  <a:lnTo>
                    <a:pt x="62173" y="373135"/>
                  </a:lnTo>
                  <a:lnTo>
                    <a:pt x="201992" y="373135"/>
                  </a:lnTo>
                  <a:cubicBezTo>
                    <a:pt x="241479" y="373135"/>
                    <a:pt x="275461" y="366728"/>
                    <a:pt x="303984" y="353961"/>
                  </a:cubicBezTo>
                  <a:cubicBezTo>
                    <a:pt x="332508" y="341194"/>
                    <a:pt x="354387" y="321972"/>
                    <a:pt x="369670" y="296249"/>
                  </a:cubicBezTo>
                  <a:cubicBezTo>
                    <a:pt x="384904" y="270525"/>
                    <a:pt x="392546" y="238299"/>
                    <a:pt x="392546" y="199477"/>
                  </a:cubicBezTo>
                  <a:lnTo>
                    <a:pt x="392546" y="173611"/>
                  </a:lnTo>
                  <a:cubicBezTo>
                    <a:pt x="392546" y="134788"/>
                    <a:pt x="384904" y="102562"/>
                    <a:pt x="369670" y="76839"/>
                  </a:cubicBezTo>
                  <a:cubicBezTo>
                    <a:pt x="354387" y="51162"/>
                    <a:pt x="332508" y="31941"/>
                    <a:pt x="303984" y="19174"/>
                  </a:cubicBezTo>
                  <a:close/>
                  <a:moveTo>
                    <a:pt x="331369" y="197531"/>
                  </a:moveTo>
                  <a:cubicBezTo>
                    <a:pt x="331369" y="238015"/>
                    <a:pt x="320596" y="268010"/>
                    <a:pt x="299048" y="287563"/>
                  </a:cubicBezTo>
                  <a:cubicBezTo>
                    <a:pt x="277502" y="307117"/>
                    <a:pt x="245323" y="316894"/>
                    <a:pt x="202514" y="316894"/>
                  </a:cubicBezTo>
                  <a:lnTo>
                    <a:pt x="62221" y="316894"/>
                  </a:lnTo>
                  <a:lnTo>
                    <a:pt x="62221" y="56193"/>
                  </a:lnTo>
                  <a:lnTo>
                    <a:pt x="202514" y="56193"/>
                  </a:lnTo>
                  <a:cubicBezTo>
                    <a:pt x="245323" y="56193"/>
                    <a:pt x="277454" y="65733"/>
                    <a:pt x="299048" y="84812"/>
                  </a:cubicBezTo>
                  <a:cubicBezTo>
                    <a:pt x="320596" y="103891"/>
                    <a:pt x="331369" y="134171"/>
                    <a:pt x="331369" y="175604"/>
                  </a:cubicBezTo>
                  <a:lnTo>
                    <a:pt x="331369" y="197531"/>
                  </a:lnTo>
                  <a:close/>
                </a:path>
              </a:pathLst>
            </a:custGeom>
            <a:grpFill/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98DD760-2FAF-4320-9DEA-72623C379E8E}"/>
                </a:ext>
              </a:extLst>
            </p:cNvPr>
            <p:cNvSpPr/>
            <p:nvPr/>
          </p:nvSpPr>
          <p:spPr bwMode="black">
            <a:xfrm>
              <a:off x="8344036" y="4927183"/>
              <a:ext cx="410485" cy="373134"/>
            </a:xfrm>
            <a:custGeom>
              <a:avLst/>
              <a:gdLst>
                <a:gd name="connsiteX0" fmla="*/ 349262 w 410485"/>
                <a:gd name="connsiteY0" fmla="*/ 291598 h 373134"/>
                <a:gd name="connsiteX1" fmla="*/ 60702 w 410485"/>
                <a:gd name="connsiteY1" fmla="*/ 0 h 373134"/>
                <a:gd name="connsiteX2" fmla="*/ 26388 w 410485"/>
                <a:gd name="connsiteY2" fmla="*/ 0 h 373134"/>
                <a:gd name="connsiteX3" fmla="*/ 0 w 410485"/>
                <a:gd name="connsiteY3" fmla="*/ 0 h 373134"/>
                <a:gd name="connsiteX4" fmla="*/ 0 w 410485"/>
                <a:gd name="connsiteY4" fmla="*/ 373135 h 373134"/>
                <a:gd name="connsiteX5" fmla="*/ 60702 w 410485"/>
                <a:gd name="connsiteY5" fmla="*/ 373135 h 373134"/>
                <a:gd name="connsiteX6" fmla="*/ 60702 w 410485"/>
                <a:gd name="connsiteY6" fmla="*/ 81917 h 373134"/>
                <a:gd name="connsiteX7" fmla="*/ 349262 w 410485"/>
                <a:gd name="connsiteY7" fmla="*/ 373135 h 373134"/>
                <a:gd name="connsiteX8" fmla="*/ 410486 w 410485"/>
                <a:gd name="connsiteY8" fmla="*/ 373135 h 373134"/>
                <a:gd name="connsiteX9" fmla="*/ 410486 w 410485"/>
                <a:gd name="connsiteY9" fmla="*/ 0 h 373134"/>
                <a:gd name="connsiteX10" fmla="*/ 349262 w 410485"/>
                <a:gd name="connsiteY10" fmla="*/ 0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0485" h="373134">
                  <a:moveTo>
                    <a:pt x="349262" y="291598"/>
                  </a:moveTo>
                  <a:lnTo>
                    <a:pt x="60702" y="0"/>
                  </a:lnTo>
                  <a:lnTo>
                    <a:pt x="26388" y="0"/>
                  </a:lnTo>
                  <a:lnTo>
                    <a:pt x="0" y="0"/>
                  </a:lnTo>
                  <a:lnTo>
                    <a:pt x="0" y="373135"/>
                  </a:lnTo>
                  <a:lnTo>
                    <a:pt x="60702" y="373135"/>
                  </a:lnTo>
                  <a:lnTo>
                    <a:pt x="60702" y="81917"/>
                  </a:lnTo>
                  <a:lnTo>
                    <a:pt x="349262" y="373135"/>
                  </a:lnTo>
                  <a:lnTo>
                    <a:pt x="410486" y="373135"/>
                  </a:lnTo>
                  <a:lnTo>
                    <a:pt x="410486" y="0"/>
                  </a:lnTo>
                  <a:lnTo>
                    <a:pt x="349262" y="0"/>
                  </a:lnTo>
                  <a:close/>
                </a:path>
              </a:pathLst>
            </a:custGeom>
            <a:grpFill/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041B905B-6234-4D84-87BB-D0AC1BB118FB}"/>
                </a:ext>
              </a:extLst>
            </p:cNvPr>
            <p:cNvSpPr/>
            <p:nvPr/>
          </p:nvSpPr>
          <p:spPr bwMode="black">
            <a:xfrm>
              <a:off x="8863965" y="4927183"/>
              <a:ext cx="421876" cy="373134"/>
            </a:xfrm>
            <a:custGeom>
              <a:avLst/>
              <a:gdLst>
                <a:gd name="connsiteX0" fmla="*/ 355716 w 421876"/>
                <a:gd name="connsiteY0" fmla="*/ 0 h 373134"/>
                <a:gd name="connsiteX1" fmla="*/ 212955 w 421876"/>
                <a:gd name="connsiteY1" fmla="*/ 291598 h 373134"/>
                <a:gd name="connsiteX2" fmla="*/ 70146 w 421876"/>
                <a:gd name="connsiteY2" fmla="*/ 0 h 373134"/>
                <a:gd name="connsiteX3" fmla="*/ 0 w 421876"/>
                <a:gd name="connsiteY3" fmla="*/ 0 h 373134"/>
                <a:gd name="connsiteX4" fmla="*/ 187042 w 421876"/>
                <a:gd name="connsiteY4" fmla="*/ 373135 h 373134"/>
                <a:gd name="connsiteX5" fmla="*/ 235309 w 421876"/>
                <a:gd name="connsiteY5" fmla="*/ 373135 h 373134"/>
                <a:gd name="connsiteX6" fmla="*/ 421876 w 421876"/>
                <a:gd name="connsiteY6" fmla="*/ 0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21876" h="373134">
                  <a:moveTo>
                    <a:pt x="355716" y="0"/>
                  </a:moveTo>
                  <a:lnTo>
                    <a:pt x="212955" y="291598"/>
                  </a:lnTo>
                  <a:lnTo>
                    <a:pt x="70146" y="0"/>
                  </a:lnTo>
                  <a:lnTo>
                    <a:pt x="0" y="0"/>
                  </a:lnTo>
                  <a:lnTo>
                    <a:pt x="187042" y="373135"/>
                  </a:lnTo>
                  <a:lnTo>
                    <a:pt x="235309" y="373135"/>
                  </a:lnTo>
                  <a:lnTo>
                    <a:pt x="421876" y="0"/>
                  </a:lnTo>
                  <a:close/>
                </a:path>
              </a:pathLst>
            </a:custGeom>
            <a:grpFill/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BA07366-CB75-4AA8-9E5B-928B849F427C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_SD_FLD_Copyright">
            <a:extLst>
              <a:ext uri="{FF2B5EF4-FFF2-40B4-BE49-F238E27FC236}">
                <a16:creationId xmlns:a16="http://schemas.microsoft.com/office/drawing/2014/main" id="{88BB9A6B-143D-4AB2-9315-1A85C0FD59C1}"/>
              </a:ext>
            </a:extLst>
          </p:cNvPr>
          <p:cNvSpPr txBox="1"/>
          <p:nvPr userDrawn="1"/>
        </p:nvSpPr>
        <p:spPr>
          <a:xfrm>
            <a:off x="853200" y="6440400"/>
            <a:ext cx="278923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sz="700" noProof="0">
                <a:solidFill>
                  <a:schemeClr val="bg1"/>
                </a:solidFill>
              </a:rPr>
              <a:t>DNV ©</a:t>
            </a:r>
            <a:endParaRPr lang="en-GB" sz="700" noProof="0" dirty="0">
              <a:solidFill>
                <a:schemeClr val="bg1"/>
              </a:solidFill>
            </a:endParaRPr>
          </a:p>
        </p:txBody>
      </p:sp>
      <p:sp>
        <p:nvSpPr>
          <p:cNvPr id="10" name="SD_FLD_DocumentDate">
            <a:extLst>
              <a:ext uri="{FF2B5EF4-FFF2-40B4-BE49-F238E27FC236}">
                <a16:creationId xmlns:a16="http://schemas.microsoft.com/office/drawing/2014/main" id="{AD49DE91-72EC-4016-8964-B40560EF537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66400" y="6440400"/>
            <a:ext cx="1198800" cy="15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t" anchorCtr="0"/>
          <a:lstStyle/>
          <a:p>
            <a:pPr algn="ctr">
              <a:spcBef>
                <a:spcPts val="0"/>
              </a:spcBef>
            </a:pPr>
            <a:r>
              <a:rPr lang="en-GB" altLang="ja-JP" sz="700" cap="all" baseline="0">
                <a:solidFill>
                  <a:schemeClr val="bg1"/>
                </a:solidFill>
                <a:ea typeface="ＭＳ Ｐゴシック" charset="-128"/>
                <a:cs typeface="Arial" charset="0"/>
              </a:rPr>
              <a:t>24 April 2024</a:t>
            </a:r>
            <a:endParaRPr lang="en-GB" altLang="ja-JP" sz="700" cap="all" baseline="0" dirty="0">
              <a:solidFill>
                <a:schemeClr val="bg1"/>
              </a:solidFill>
              <a:ea typeface="ＭＳ Ｐゴシック" charset="-128"/>
              <a:cs typeface="Arial" charset="0"/>
            </a:endParaRPr>
          </a:p>
        </p:txBody>
      </p:sp>
      <p:sp>
        <p:nvSpPr>
          <p:cNvPr id="22" name="SD_FLD_Draft" hidden="1">
            <a:extLst>
              <a:ext uri="{FF2B5EF4-FFF2-40B4-BE49-F238E27FC236}">
                <a16:creationId xmlns:a16="http://schemas.microsoft.com/office/drawing/2014/main" id="{630717C7-BDDC-469E-A681-3386855F622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243513" y="6232324"/>
            <a:ext cx="1700337" cy="208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14400" rIns="0" bIns="0" anchor="t" anchorCtr="0"/>
          <a:lstStyle/>
          <a:p>
            <a:pPr algn="ctr">
              <a:lnSpc>
                <a:spcPct val="83000"/>
              </a:lnSpc>
              <a:spcBef>
                <a:spcPts val="0"/>
              </a:spcBef>
            </a:pPr>
            <a:r>
              <a:rPr lang="en-GB" altLang="ja-JP" sz="1600" b="0" cap="all" baseline="0" dirty="0">
                <a:solidFill>
                  <a:srgbClr val="C4262E"/>
                </a:solidFill>
                <a:ea typeface="ＭＳ Ｐゴシック" charset="-128"/>
                <a:cs typeface="Arial" charset="0"/>
              </a:rPr>
              <a:t>DRAFT</a:t>
            </a:r>
          </a:p>
        </p:txBody>
      </p:sp>
      <p:sp>
        <p:nvSpPr>
          <p:cNvPr id="21" name="SD_FLD_Confidentiality">
            <a:extLst>
              <a:ext uri="{FF2B5EF4-FFF2-40B4-BE49-F238E27FC236}">
                <a16:creationId xmlns:a16="http://schemas.microsoft.com/office/drawing/2014/main" id="{29E2B795-4D5A-4BB6-835E-D4542969C287}"/>
              </a:ext>
            </a:extLst>
          </p:cNvPr>
          <p:cNvSpPr/>
          <p:nvPr userDrawn="1"/>
        </p:nvSpPr>
        <p:spPr>
          <a:xfrm>
            <a:off x="7131600" y="6440400"/>
            <a:ext cx="2440800" cy="151200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0" algn="ctr" defTabSz="914400" rtl="0" eaLnBrk="1" latinLnBrk="0" hangingPunct="1">
              <a:lnSpc>
                <a:spcPct val="100000"/>
              </a:lnSpc>
              <a:spcBef>
                <a:spcPts val="0"/>
              </a:spcBef>
            </a:pPr>
            <a:endParaRPr lang="en-GB" sz="700" b="0" kern="1200" cap="all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92900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/>
              <a:t>Click to add title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 rIns="0"/>
          <a:lstStyle>
            <a:lvl2pPr marL="360000" indent="-180000">
              <a:buFont typeface="Arial" panose="020B0604020202020204" pitchFamily="34" charset="0"/>
              <a:buChar char="‒"/>
              <a:defRPr/>
            </a:lvl2pPr>
            <a:lvl3pPr marL="540000" indent="-180000">
              <a:buFont typeface="Courier New" panose="02070309020205020404" pitchFamily="49" charset="0"/>
              <a:buChar char="o"/>
              <a:defRPr/>
            </a:lvl3pPr>
            <a:lvl5pPr>
              <a:defRPr/>
            </a:lvl5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  <a:p>
            <a:pPr lvl="5"/>
            <a:r>
              <a:rPr lang="en-GB" dirty="0"/>
              <a:t>6</a:t>
            </a:r>
          </a:p>
          <a:p>
            <a:pPr lvl="6"/>
            <a:r>
              <a:rPr lang="en-GB" dirty="0"/>
              <a:t>7</a:t>
            </a:r>
          </a:p>
          <a:p>
            <a:pPr lvl="7"/>
            <a:r>
              <a:rPr lang="en-GB" dirty="0"/>
              <a:t>8</a:t>
            </a:r>
          </a:p>
          <a:p>
            <a:pPr lvl="8"/>
            <a:r>
              <a:rPr lang="en-GB" dirty="0"/>
              <a:t>9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07366-CB75-4AA8-9E5B-928B849F427C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147950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Content,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87621BA-8EDC-4C18-975C-5EE1161FA8FD}"/>
              </a:ext>
            </a:extLst>
          </p:cNvPr>
          <p:cNvSpPr/>
          <p:nvPr userDrawn="1"/>
        </p:nvSpPr>
        <p:spPr>
          <a:xfrm>
            <a:off x="0" y="0"/>
            <a:ext cx="12192000" cy="6861600"/>
          </a:xfrm>
          <a:prstGeom prst="rect">
            <a:avLst/>
          </a:prstGeom>
          <a:solidFill>
            <a:srgbClr val="EEE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 noProof="0" dirty="0"/>
          </a:p>
        </p:txBody>
      </p:sp>
      <p:grpSp>
        <p:nvGrpSpPr>
          <p:cNvPr id="9" name="Logo">
            <a:extLst>
              <a:ext uri="{FF2B5EF4-FFF2-40B4-BE49-F238E27FC236}">
                <a16:creationId xmlns:a16="http://schemas.microsoft.com/office/drawing/2014/main" id="{F04E253C-783D-4CA5-8CCB-57C4CC102165}"/>
              </a:ext>
            </a:extLst>
          </p:cNvPr>
          <p:cNvGrpSpPr/>
          <p:nvPr userDrawn="1"/>
        </p:nvGrpSpPr>
        <p:grpSpPr>
          <a:xfrm>
            <a:off x="10893210" y="6350918"/>
            <a:ext cx="755843" cy="322808"/>
            <a:chOff x="6380216" y="4059273"/>
            <a:chExt cx="2905863" cy="1241045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8124B4D-CBE2-46DB-B0AE-2AC98C56E78E}"/>
                </a:ext>
              </a:extLst>
            </p:cNvPr>
            <p:cNvSpPr/>
            <p:nvPr/>
          </p:nvSpPr>
          <p:spPr>
            <a:xfrm>
              <a:off x="6380216" y="4059273"/>
              <a:ext cx="2905863" cy="346936"/>
            </a:xfrm>
            <a:custGeom>
              <a:avLst/>
              <a:gdLst>
                <a:gd name="connsiteX0" fmla="*/ 0 w 2905863"/>
                <a:gd name="connsiteY0" fmla="*/ 0 h 346936"/>
                <a:gd name="connsiteX1" fmla="*/ 2905864 w 2905863"/>
                <a:gd name="connsiteY1" fmla="*/ 0 h 346936"/>
                <a:gd name="connsiteX2" fmla="*/ 2905864 w 2905863"/>
                <a:gd name="connsiteY2" fmla="*/ 346937 h 346936"/>
                <a:gd name="connsiteX3" fmla="*/ 0 w 2905863"/>
                <a:gd name="connsiteY3" fmla="*/ 346937 h 346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346936">
                  <a:moveTo>
                    <a:pt x="0" y="0"/>
                  </a:moveTo>
                  <a:lnTo>
                    <a:pt x="2905864" y="0"/>
                  </a:lnTo>
                  <a:lnTo>
                    <a:pt x="2905864" y="346937"/>
                  </a:lnTo>
                  <a:lnTo>
                    <a:pt x="0" y="346937"/>
                  </a:lnTo>
                  <a:close/>
                </a:path>
              </a:pathLst>
            </a:custGeom>
            <a:solidFill>
              <a:srgbClr val="99D9F0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5D916864-12FB-478F-99EE-83C970865F05}"/>
                </a:ext>
              </a:extLst>
            </p:cNvPr>
            <p:cNvSpPr/>
            <p:nvPr/>
          </p:nvSpPr>
          <p:spPr>
            <a:xfrm>
              <a:off x="6380216" y="4521775"/>
              <a:ext cx="2905863" cy="57854"/>
            </a:xfrm>
            <a:custGeom>
              <a:avLst/>
              <a:gdLst>
                <a:gd name="connsiteX0" fmla="*/ 0 w 2905863"/>
                <a:gd name="connsiteY0" fmla="*/ 0 h 57854"/>
                <a:gd name="connsiteX1" fmla="*/ 2905864 w 2905863"/>
                <a:gd name="connsiteY1" fmla="*/ 0 h 57854"/>
                <a:gd name="connsiteX2" fmla="*/ 2905864 w 2905863"/>
                <a:gd name="connsiteY2" fmla="*/ 57854 h 57854"/>
                <a:gd name="connsiteX3" fmla="*/ 0 w 2905863"/>
                <a:gd name="connsiteY3" fmla="*/ 57854 h 57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57854">
                  <a:moveTo>
                    <a:pt x="0" y="0"/>
                  </a:moveTo>
                  <a:lnTo>
                    <a:pt x="2905864" y="0"/>
                  </a:lnTo>
                  <a:lnTo>
                    <a:pt x="2905864" y="57854"/>
                  </a:lnTo>
                  <a:lnTo>
                    <a:pt x="0" y="57854"/>
                  </a:lnTo>
                  <a:close/>
                </a:path>
              </a:pathLst>
            </a:custGeom>
            <a:solidFill>
              <a:srgbClr val="3F9C35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0FF8E64-431E-4917-BD40-4BD55CF6B8DF}"/>
                </a:ext>
              </a:extLst>
            </p:cNvPr>
            <p:cNvSpPr/>
            <p:nvPr/>
          </p:nvSpPr>
          <p:spPr>
            <a:xfrm>
              <a:off x="6380216" y="4637294"/>
              <a:ext cx="2905863" cy="115566"/>
            </a:xfrm>
            <a:custGeom>
              <a:avLst/>
              <a:gdLst>
                <a:gd name="connsiteX0" fmla="*/ 0 w 2905863"/>
                <a:gd name="connsiteY0" fmla="*/ 0 h 115566"/>
                <a:gd name="connsiteX1" fmla="*/ 2905864 w 2905863"/>
                <a:gd name="connsiteY1" fmla="*/ 0 h 115566"/>
                <a:gd name="connsiteX2" fmla="*/ 2905864 w 2905863"/>
                <a:gd name="connsiteY2" fmla="*/ 115566 h 115566"/>
                <a:gd name="connsiteX3" fmla="*/ 0 w 2905863"/>
                <a:gd name="connsiteY3" fmla="*/ 115566 h 115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115566">
                  <a:moveTo>
                    <a:pt x="0" y="0"/>
                  </a:moveTo>
                  <a:lnTo>
                    <a:pt x="2905864" y="0"/>
                  </a:lnTo>
                  <a:lnTo>
                    <a:pt x="2905864" y="115566"/>
                  </a:lnTo>
                  <a:lnTo>
                    <a:pt x="0" y="115566"/>
                  </a:lnTo>
                  <a:close/>
                </a:path>
              </a:pathLst>
            </a:custGeom>
            <a:solidFill>
              <a:srgbClr val="003591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5E450DA2-D1AF-4EFD-A7B9-9D1161ADD54F}"/>
                </a:ext>
              </a:extLst>
            </p:cNvPr>
            <p:cNvSpPr/>
            <p:nvPr/>
          </p:nvSpPr>
          <p:spPr>
            <a:xfrm>
              <a:off x="7833598" y="4927183"/>
              <a:ext cx="392545" cy="373134"/>
            </a:xfrm>
            <a:custGeom>
              <a:avLst/>
              <a:gdLst>
                <a:gd name="connsiteX0" fmla="*/ 303984 w 392545"/>
                <a:gd name="connsiteY0" fmla="*/ 19174 h 373134"/>
                <a:gd name="connsiteX1" fmla="*/ 201992 w 392545"/>
                <a:gd name="connsiteY1" fmla="*/ 0 h 373134"/>
                <a:gd name="connsiteX2" fmla="*/ 62173 w 392545"/>
                <a:gd name="connsiteY2" fmla="*/ 0 h 373134"/>
                <a:gd name="connsiteX3" fmla="*/ 27859 w 392545"/>
                <a:gd name="connsiteY3" fmla="*/ 0 h 373134"/>
                <a:gd name="connsiteX4" fmla="*/ 0 w 392545"/>
                <a:gd name="connsiteY4" fmla="*/ 0 h 373134"/>
                <a:gd name="connsiteX5" fmla="*/ 0 w 392545"/>
                <a:gd name="connsiteY5" fmla="*/ 373135 h 373134"/>
                <a:gd name="connsiteX6" fmla="*/ 27859 w 392545"/>
                <a:gd name="connsiteY6" fmla="*/ 373135 h 373134"/>
                <a:gd name="connsiteX7" fmla="*/ 62173 w 392545"/>
                <a:gd name="connsiteY7" fmla="*/ 373135 h 373134"/>
                <a:gd name="connsiteX8" fmla="*/ 201992 w 392545"/>
                <a:gd name="connsiteY8" fmla="*/ 373135 h 373134"/>
                <a:gd name="connsiteX9" fmla="*/ 303984 w 392545"/>
                <a:gd name="connsiteY9" fmla="*/ 353961 h 373134"/>
                <a:gd name="connsiteX10" fmla="*/ 369670 w 392545"/>
                <a:gd name="connsiteY10" fmla="*/ 296249 h 373134"/>
                <a:gd name="connsiteX11" fmla="*/ 392546 w 392545"/>
                <a:gd name="connsiteY11" fmla="*/ 199477 h 373134"/>
                <a:gd name="connsiteX12" fmla="*/ 392546 w 392545"/>
                <a:gd name="connsiteY12" fmla="*/ 173611 h 373134"/>
                <a:gd name="connsiteX13" fmla="*/ 369670 w 392545"/>
                <a:gd name="connsiteY13" fmla="*/ 76839 h 373134"/>
                <a:gd name="connsiteX14" fmla="*/ 303984 w 392545"/>
                <a:gd name="connsiteY14" fmla="*/ 19174 h 373134"/>
                <a:gd name="connsiteX15" fmla="*/ 331369 w 392545"/>
                <a:gd name="connsiteY15" fmla="*/ 197531 h 373134"/>
                <a:gd name="connsiteX16" fmla="*/ 299048 w 392545"/>
                <a:gd name="connsiteY16" fmla="*/ 287563 h 373134"/>
                <a:gd name="connsiteX17" fmla="*/ 202514 w 392545"/>
                <a:gd name="connsiteY17" fmla="*/ 316894 h 373134"/>
                <a:gd name="connsiteX18" fmla="*/ 62221 w 392545"/>
                <a:gd name="connsiteY18" fmla="*/ 316894 h 373134"/>
                <a:gd name="connsiteX19" fmla="*/ 62221 w 392545"/>
                <a:gd name="connsiteY19" fmla="*/ 56193 h 373134"/>
                <a:gd name="connsiteX20" fmla="*/ 202514 w 392545"/>
                <a:gd name="connsiteY20" fmla="*/ 56193 h 373134"/>
                <a:gd name="connsiteX21" fmla="*/ 299048 w 392545"/>
                <a:gd name="connsiteY21" fmla="*/ 84812 h 373134"/>
                <a:gd name="connsiteX22" fmla="*/ 331369 w 392545"/>
                <a:gd name="connsiteY22" fmla="*/ 175604 h 373134"/>
                <a:gd name="connsiteX23" fmla="*/ 331369 w 392545"/>
                <a:gd name="connsiteY23" fmla="*/ 197531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92545" h="373134">
                  <a:moveTo>
                    <a:pt x="303984" y="19174"/>
                  </a:moveTo>
                  <a:cubicBezTo>
                    <a:pt x="275461" y="6407"/>
                    <a:pt x="241479" y="0"/>
                    <a:pt x="201992" y="0"/>
                  </a:cubicBezTo>
                  <a:lnTo>
                    <a:pt x="62173" y="0"/>
                  </a:lnTo>
                  <a:lnTo>
                    <a:pt x="27859" y="0"/>
                  </a:lnTo>
                  <a:lnTo>
                    <a:pt x="0" y="0"/>
                  </a:lnTo>
                  <a:lnTo>
                    <a:pt x="0" y="373135"/>
                  </a:lnTo>
                  <a:lnTo>
                    <a:pt x="27859" y="373135"/>
                  </a:lnTo>
                  <a:lnTo>
                    <a:pt x="62173" y="373135"/>
                  </a:lnTo>
                  <a:lnTo>
                    <a:pt x="201992" y="373135"/>
                  </a:lnTo>
                  <a:cubicBezTo>
                    <a:pt x="241479" y="373135"/>
                    <a:pt x="275461" y="366728"/>
                    <a:pt x="303984" y="353961"/>
                  </a:cubicBezTo>
                  <a:cubicBezTo>
                    <a:pt x="332508" y="341194"/>
                    <a:pt x="354387" y="321972"/>
                    <a:pt x="369670" y="296249"/>
                  </a:cubicBezTo>
                  <a:cubicBezTo>
                    <a:pt x="384904" y="270525"/>
                    <a:pt x="392546" y="238299"/>
                    <a:pt x="392546" y="199477"/>
                  </a:cubicBezTo>
                  <a:lnTo>
                    <a:pt x="392546" y="173611"/>
                  </a:lnTo>
                  <a:cubicBezTo>
                    <a:pt x="392546" y="134788"/>
                    <a:pt x="384904" y="102562"/>
                    <a:pt x="369670" y="76839"/>
                  </a:cubicBezTo>
                  <a:cubicBezTo>
                    <a:pt x="354387" y="51162"/>
                    <a:pt x="332508" y="31941"/>
                    <a:pt x="303984" y="19174"/>
                  </a:cubicBezTo>
                  <a:close/>
                  <a:moveTo>
                    <a:pt x="331369" y="197531"/>
                  </a:moveTo>
                  <a:cubicBezTo>
                    <a:pt x="331369" y="238015"/>
                    <a:pt x="320596" y="268010"/>
                    <a:pt x="299048" y="287563"/>
                  </a:cubicBezTo>
                  <a:cubicBezTo>
                    <a:pt x="277502" y="307117"/>
                    <a:pt x="245323" y="316894"/>
                    <a:pt x="202514" y="316894"/>
                  </a:cubicBezTo>
                  <a:lnTo>
                    <a:pt x="62221" y="316894"/>
                  </a:lnTo>
                  <a:lnTo>
                    <a:pt x="62221" y="56193"/>
                  </a:lnTo>
                  <a:lnTo>
                    <a:pt x="202514" y="56193"/>
                  </a:lnTo>
                  <a:cubicBezTo>
                    <a:pt x="245323" y="56193"/>
                    <a:pt x="277454" y="65733"/>
                    <a:pt x="299048" y="84812"/>
                  </a:cubicBezTo>
                  <a:cubicBezTo>
                    <a:pt x="320596" y="103891"/>
                    <a:pt x="331369" y="134171"/>
                    <a:pt x="331369" y="175604"/>
                  </a:cubicBezTo>
                  <a:lnTo>
                    <a:pt x="331369" y="197531"/>
                  </a:lnTo>
                  <a:close/>
                </a:path>
              </a:pathLst>
            </a:custGeom>
            <a:solidFill>
              <a:srgbClr val="0F214A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56553B8-1481-4E85-83A7-689A7C6CC67F}"/>
                </a:ext>
              </a:extLst>
            </p:cNvPr>
            <p:cNvSpPr/>
            <p:nvPr/>
          </p:nvSpPr>
          <p:spPr>
            <a:xfrm>
              <a:off x="8344036" y="4927183"/>
              <a:ext cx="410485" cy="373134"/>
            </a:xfrm>
            <a:custGeom>
              <a:avLst/>
              <a:gdLst>
                <a:gd name="connsiteX0" fmla="*/ 349262 w 410485"/>
                <a:gd name="connsiteY0" fmla="*/ 291598 h 373134"/>
                <a:gd name="connsiteX1" fmla="*/ 60702 w 410485"/>
                <a:gd name="connsiteY1" fmla="*/ 0 h 373134"/>
                <a:gd name="connsiteX2" fmla="*/ 26388 w 410485"/>
                <a:gd name="connsiteY2" fmla="*/ 0 h 373134"/>
                <a:gd name="connsiteX3" fmla="*/ 0 w 410485"/>
                <a:gd name="connsiteY3" fmla="*/ 0 h 373134"/>
                <a:gd name="connsiteX4" fmla="*/ 0 w 410485"/>
                <a:gd name="connsiteY4" fmla="*/ 373135 h 373134"/>
                <a:gd name="connsiteX5" fmla="*/ 60702 w 410485"/>
                <a:gd name="connsiteY5" fmla="*/ 373135 h 373134"/>
                <a:gd name="connsiteX6" fmla="*/ 60702 w 410485"/>
                <a:gd name="connsiteY6" fmla="*/ 81917 h 373134"/>
                <a:gd name="connsiteX7" fmla="*/ 349262 w 410485"/>
                <a:gd name="connsiteY7" fmla="*/ 373135 h 373134"/>
                <a:gd name="connsiteX8" fmla="*/ 410486 w 410485"/>
                <a:gd name="connsiteY8" fmla="*/ 373135 h 373134"/>
                <a:gd name="connsiteX9" fmla="*/ 410486 w 410485"/>
                <a:gd name="connsiteY9" fmla="*/ 0 h 373134"/>
                <a:gd name="connsiteX10" fmla="*/ 349262 w 410485"/>
                <a:gd name="connsiteY10" fmla="*/ 0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0485" h="373134">
                  <a:moveTo>
                    <a:pt x="349262" y="291598"/>
                  </a:moveTo>
                  <a:lnTo>
                    <a:pt x="60702" y="0"/>
                  </a:lnTo>
                  <a:lnTo>
                    <a:pt x="26388" y="0"/>
                  </a:lnTo>
                  <a:lnTo>
                    <a:pt x="0" y="0"/>
                  </a:lnTo>
                  <a:lnTo>
                    <a:pt x="0" y="373135"/>
                  </a:lnTo>
                  <a:lnTo>
                    <a:pt x="60702" y="373135"/>
                  </a:lnTo>
                  <a:lnTo>
                    <a:pt x="60702" y="81917"/>
                  </a:lnTo>
                  <a:lnTo>
                    <a:pt x="349262" y="373135"/>
                  </a:lnTo>
                  <a:lnTo>
                    <a:pt x="410486" y="373135"/>
                  </a:lnTo>
                  <a:lnTo>
                    <a:pt x="410486" y="0"/>
                  </a:lnTo>
                  <a:lnTo>
                    <a:pt x="349262" y="0"/>
                  </a:lnTo>
                  <a:close/>
                </a:path>
              </a:pathLst>
            </a:custGeom>
            <a:solidFill>
              <a:srgbClr val="0F214A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2AB55C8-079A-4ACE-9DFB-9EBA23B48B0B}"/>
                </a:ext>
              </a:extLst>
            </p:cNvPr>
            <p:cNvSpPr/>
            <p:nvPr/>
          </p:nvSpPr>
          <p:spPr>
            <a:xfrm>
              <a:off x="8863965" y="4927183"/>
              <a:ext cx="421876" cy="373134"/>
            </a:xfrm>
            <a:custGeom>
              <a:avLst/>
              <a:gdLst>
                <a:gd name="connsiteX0" fmla="*/ 355716 w 421876"/>
                <a:gd name="connsiteY0" fmla="*/ 0 h 373134"/>
                <a:gd name="connsiteX1" fmla="*/ 212955 w 421876"/>
                <a:gd name="connsiteY1" fmla="*/ 291598 h 373134"/>
                <a:gd name="connsiteX2" fmla="*/ 70146 w 421876"/>
                <a:gd name="connsiteY2" fmla="*/ 0 h 373134"/>
                <a:gd name="connsiteX3" fmla="*/ 0 w 421876"/>
                <a:gd name="connsiteY3" fmla="*/ 0 h 373134"/>
                <a:gd name="connsiteX4" fmla="*/ 187042 w 421876"/>
                <a:gd name="connsiteY4" fmla="*/ 373135 h 373134"/>
                <a:gd name="connsiteX5" fmla="*/ 235309 w 421876"/>
                <a:gd name="connsiteY5" fmla="*/ 373135 h 373134"/>
                <a:gd name="connsiteX6" fmla="*/ 421876 w 421876"/>
                <a:gd name="connsiteY6" fmla="*/ 0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21876" h="373134">
                  <a:moveTo>
                    <a:pt x="355716" y="0"/>
                  </a:moveTo>
                  <a:lnTo>
                    <a:pt x="212955" y="291598"/>
                  </a:lnTo>
                  <a:lnTo>
                    <a:pt x="70146" y="0"/>
                  </a:lnTo>
                  <a:lnTo>
                    <a:pt x="0" y="0"/>
                  </a:lnTo>
                  <a:lnTo>
                    <a:pt x="187042" y="373135"/>
                  </a:lnTo>
                  <a:lnTo>
                    <a:pt x="235309" y="373135"/>
                  </a:lnTo>
                  <a:lnTo>
                    <a:pt x="421876" y="0"/>
                  </a:lnTo>
                  <a:close/>
                </a:path>
              </a:pathLst>
            </a:custGeom>
            <a:solidFill>
              <a:srgbClr val="0F214A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/>
              <a:t>Click to add title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 rIns="0"/>
          <a:lstStyle>
            <a:lvl5pPr>
              <a:defRPr/>
            </a:lvl5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07366-CB75-4AA8-9E5B-928B849F427C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16" name="_SD_FLD_Copyright">
            <a:extLst>
              <a:ext uri="{FF2B5EF4-FFF2-40B4-BE49-F238E27FC236}">
                <a16:creationId xmlns:a16="http://schemas.microsoft.com/office/drawing/2014/main" id="{3F542136-6583-4929-BA8F-876E7200FCF4}"/>
              </a:ext>
            </a:extLst>
          </p:cNvPr>
          <p:cNvSpPr txBox="1"/>
          <p:nvPr userDrawn="1"/>
        </p:nvSpPr>
        <p:spPr>
          <a:xfrm>
            <a:off x="853200" y="6440400"/>
            <a:ext cx="278923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sz="700" noProof="0">
                <a:solidFill>
                  <a:schemeClr val="accent1"/>
                </a:solidFill>
              </a:rPr>
              <a:t>DNV ©</a:t>
            </a:r>
            <a:endParaRPr lang="en-GB" sz="700" noProof="0" dirty="0">
              <a:solidFill>
                <a:schemeClr val="accent1"/>
              </a:solidFill>
            </a:endParaRPr>
          </a:p>
        </p:txBody>
      </p:sp>
      <p:sp>
        <p:nvSpPr>
          <p:cNvPr id="18" name="SD_FLD_DocumentDate">
            <a:extLst>
              <a:ext uri="{FF2B5EF4-FFF2-40B4-BE49-F238E27FC236}">
                <a16:creationId xmlns:a16="http://schemas.microsoft.com/office/drawing/2014/main" id="{D4FFA251-3F5C-4E9A-9A80-F62650B4730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66400" y="6440400"/>
            <a:ext cx="1198800" cy="15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t" anchorCtr="0"/>
          <a:lstStyle/>
          <a:p>
            <a:pPr algn="ctr">
              <a:spcBef>
                <a:spcPts val="0"/>
              </a:spcBef>
            </a:pPr>
            <a:r>
              <a:rPr lang="en-GB" altLang="ja-JP" sz="700" cap="all" baseline="0">
                <a:solidFill>
                  <a:schemeClr val="accent1"/>
                </a:solidFill>
                <a:ea typeface="ＭＳ Ｐゴシック" charset="-128"/>
                <a:cs typeface="Arial" charset="0"/>
              </a:rPr>
              <a:t>24 April 2024</a:t>
            </a:r>
            <a:endParaRPr lang="en-GB" altLang="ja-JP" sz="700" cap="all" baseline="0" dirty="0">
              <a:solidFill>
                <a:schemeClr val="accent1"/>
              </a:solidFill>
              <a:ea typeface="ＭＳ Ｐゴシック" charset="-128"/>
              <a:cs typeface="Arial" charset="0"/>
            </a:endParaRPr>
          </a:p>
        </p:txBody>
      </p:sp>
      <p:sp>
        <p:nvSpPr>
          <p:cNvPr id="20" name="SD_FLD_Draft" hidden="1">
            <a:extLst>
              <a:ext uri="{FF2B5EF4-FFF2-40B4-BE49-F238E27FC236}">
                <a16:creationId xmlns:a16="http://schemas.microsoft.com/office/drawing/2014/main" id="{21F368A2-F525-4249-A72B-F904922C972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243513" y="6232324"/>
            <a:ext cx="1700337" cy="208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14400" rIns="0" bIns="0" anchor="t" anchorCtr="0"/>
          <a:lstStyle/>
          <a:p>
            <a:pPr algn="ctr">
              <a:lnSpc>
                <a:spcPct val="83000"/>
              </a:lnSpc>
              <a:spcBef>
                <a:spcPts val="0"/>
              </a:spcBef>
            </a:pPr>
            <a:r>
              <a:rPr lang="en-GB" altLang="ja-JP" sz="1600" b="0" cap="all" baseline="0" dirty="0">
                <a:solidFill>
                  <a:srgbClr val="C4262E"/>
                </a:solidFill>
                <a:ea typeface="ＭＳ Ｐゴシック" charset="-128"/>
                <a:cs typeface="Arial" charset="0"/>
              </a:rPr>
              <a:t>DRAFT</a:t>
            </a:r>
          </a:p>
        </p:txBody>
      </p:sp>
      <p:sp>
        <p:nvSpPr>
          <p:cNvPr id="21" name="SD_FLD_Confidentiality">
            <a:extLst>
              <a:ext uri="{FF2B5EF4-FFF2-40B4-BE49-F238E27FC236}">
                <a16:creationId xmlns:a16="http://schemas.microsoft.com/office/drawing/2014/main" id="{859FDC4D-A513-43EC-AC0B-76C98697BB47}"/>
              </a:ext>
            </a:extLst>
          </p:cNvPr>
          <p:cNvSpPr/>
          <p:nvPr userDrawn="1"/>
        </p:nvSpPr>
        <p:spPr>
          <a:xfrm>
            <a:off x="7131600" y="6440400"/>
            <a:ext cx="2440800" cy="151200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0" algn="ctr" defTabSz="914400" rtl="0" eaLnBrk="1" latinLnBrk="0" hangingPunct="1">
              <a:lnSpc>
                <a:spcPct val="100000"/>
              </a:lnSpc>
              <a:spcBef>
                <a:spcPts val="0"/>
              </a:spcBef>
            </a:pPr>
            <a:endParaRPr lang="en-GB" sz="700" b="0" kern="1200" cap="all" baseline="0" dirty="0">
              <a:solidFill>
                <a:schemeClr val="accent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85147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/>
              <a:t>Click to add title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539750" y="1730374"/>
            <a:ext cx="5465763" cy="4316414"/>
          </a:xfrm>
        </p:spPr>
        <p:txBody>
          <a:bodyPr>
            <a:no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2000"/>
            </a:lvl4pPr>
            <a:lvl5pPr>
              <a:defRPr sz="2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60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184900" y="1730374"/>
            <a:ext cx="5465763" cy="4316414"/>
          </a:xfrm>
        </p:spPr>
        <p:txBody>
          <a:bodyPr>
            <a:no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2000"/>
            </a:lvl4pPr>
            <a:lvl5pPr>
              <a:defRPr sz="2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60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07366-CB75-4AA8-9E5B-928B849F427C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661628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,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FBCEB69-4B90-48AC-8E50-F4C1FAD42957}"/>
              </a:ext>
            </a:extLst>
          </p:cNvPr>
          <p:cNvSpPr/>
          <p:nvPr userDrawn="1"/>
        </p:nvSpPr>
        <p:spPr>
          <a:xfrm>
            <a:off x="0" y="0"/>
            <a:ext cx="12192000" cy="6861600"/>
          </a:xfrm>
          <a:prstGeom prst="rect">
            <a:avLst/>
          </a:prstGeom>
          <a:solidFill>
            <a:srgbClr val="EEE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 noProof="0" dirty="0"/>
          </a:p>
        </p:txBody>
      </p:sp>
      <p:grpSp>
        <p:nvGrpSpPr>
          <p:cNvPr id="18" name="Logo">
            <a:extLst>
              <a:ext uri="{FF2B5EF4-FFF2-40B4-BE49-F238E27FC236}">
                <a16:creationId xmlns:a16="http://schemas.microsoft.com/office/drawing/2014/main" id="{8145D2D3-7F22-4934-B251-1F99086694BC}"/>
              </a:ext>
            </a:extLst>
          </p:cNvPr>
          <p:cNvGrpSpPr/>
          <p:nvPr userDrawn="1"/>
        </p:nvGrpSpPr>
        <p:grpSpPr>
          <a:xfrm>
            <a:off x="10893210" y="6350918"/>
            <a:ext cx="755843" cy="322808"/>
            <a:chOff x="6380216" y="4059273"/>
            <a:chExt cx="2905863" cy="1241045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36BB8EE7-0DAE-475A-99CB-4C95B9C4174D}"/>
                </a:ext>
              </a:extLst>
            </p:cNvPr>
            <p:cNvSpPr/>
            <p:nvPr/>
          </p:nvSpPr>
          <p:spPr>
            <a:xfrm>
              <a:off x="6380216" y="4059273"/>
              <a:ext cx="2905863" cy="346936"/>
            </a:xfrm>
            <a:custGeom>
              <a:avLst/>
              <a:gdLst>
                <a:gd name="connsiteX0" fmla="*/ 0 w 2905863"/>
                <a:gd name="connsiteY0" fmla="*/ 0 h 346936"/>
                <a:gd name="connsiteX1" fmla="*/ 2905864 w 2905863"/>
                <a:gd name="connsiteY1" fmla="*/ 0 h 346936"/>
                <a:gd name="connsiteX2" fmla="*/ 2905864 w 2905863"/>
                <a:gd name="connsiteY2" fmla="*/ 346937 h 346936"/>
                <a:gd name="connsiteX3" fmla="*/ 0 w 2905863"/>
                <a:gd name="connsiteY3" fmla="*/ 346937 h 346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346936">
                  <a:moveTo>
                    <a:pt x="0" y="0"/>
                  </a:moveTo>
                  <a:lnTo>
                    <a:pt x="2905864" y="0"/>
                  </a:lnTo>
                  <a:lnTo>
                    <a:pt x="2905864" y="346937"/>
                  </a:lnTo>
                  <a:lnTo>
                    <a:pt x="0" y="346937"/>
                  </a:lnTo>
                  <a:close/>
                </a:path>
              </a:pathLst>
            </a:custGeom>
            <a:solidFill>
              <a:srgbClr val="99D9F0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8E34A211-0C55-472F-A8C7-DF7C115B4E36}"/>
                </a:ext>
              </a:extLst>
            </p:cNvPr>
            <p:cNvSpPr/>
            <p:nvPr/>
          </p:nvSpPr>
          <p:spPr>
            <a:xfrm>
              <a:off x="6380216" y="4521775"/>
              <a:ext cx="2905863" cy="57854"/>
            </a:xfrm>
            <a:custGeom>
              <a:avLst/>
              <a:gdLst>
                <a:gd name="connsiteX0" fmla="*/ 0 w 2905863"/>
                <a:gd name="connsiteY0" fmla="*/ 0 h 57854"/>
                <a:gd name="connsiteX1" fmla="*/ 2905864 w 2905863"/>
                <a:gd name="connsiteY1" fmla="*/ 0 h 57854"/>
                <a:gd name="connsiteX2" fmla="*/ 2905864 w 2905863"/>
                <a:gd name="connsiteY2" fmla="*/ 57854 h 57854"/>
                <a:gd name="connsiteX3" fmla="*/ 0 w 2905863"/>
                <a:gd name="connsiteY3" fmla="*/ 57854 h 57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57854">
                  <a:moveTo>
                    <a:pt x="0" y="0"/>
                  </a:moveTo>
                  <a:lnTo>
                    <a:pt x="2905864" y="0"/>
                  </a:lnTo>
                  <a:lnTo>
                    <a:pt x="2905864" y="57854"/>
                  </a:lnTo>
                  <a:lnTo>
                    <a:pt x="0" y="57854"/>
                  </a:lnTo>
                  <a:close/>
                </a:path>
              </a:pathLst>
            </a:custGeom>
            <a:solidFill>
              <a:srgbClr val="3F9C35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DDB3FBA2-AFC9-409D-945D-4CFDE6BBEE6A}"/>
                </a:ext>
              </a:extLst>
            </p:cNvPr>
            <p:cNvSpPr/>
            <p:nvPr/>
          </p:nvSpPr>
          <p:spPr>
            <a:xfrm>
              <a:off x="6380216" y="4637294"/>
              <a:ext cx="2905863" cy="115566"/>
            </a:xfrm>
            <a:custGeom>
              <a:avLst/>
              <a:gdLst>
                <a:gd name="connsiteX0" fmla="*/ 0 w 2905863"/>
                <a:gd name="connsiteY0" fmla="*/ 0 h 115566"/>
                <a:gd name="connsiteX1" fmla="*/ 2905864 w 2905863"/>
                <a:gd name="connsiteY1" fmla="*/ 0 h 115566"/>
                <a:gd name="connsiteX2" fmla="*/ 2905864 w 2905863"/>
                <a:gd name="connsiteY2" fmla="*/ 115566 h 115566"/>
                <a:gd name="connsiteX3" fmla="*/ 0 w 2905863"/>
                <a:gd name="connsiteY3" fmla="*/ 115566 h 115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115566">
                  <a:moveTo>
                    <a:pt x="0" y="0"/>
                  </a:moveTo>
                  <a:lnTo>
                    <a:pt x="2905864" y="0"/>
                  </a:lnTo>
                  <a:lnTo>
                    <a:pt x="2905864" y="115566"/>
                  </a:lnTo>
                  <a:lnTo>
                    <a:pt x="0" y="115566"/>
                  </a:lnTo>
                  <a:close/>
                </a:path>
              </a:pathLst>
            </a:custGeom>
            <a:solidFill>
              <a:srgbClr val="003591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2DF6B560-906C-4643-86C4-C545FCBD8975}"/>
                </a:ext>
              </a:extLst>
            </p:cNvPr>
            <p:cNvSpPr/>
            <p:nvPr/>
          </p:nvSpPr>
          <p:spPr>
            <a:xfrm>
              <a:off x="7833598" y="4927183"/>
              <a:ext cx="392545" cy="373134"/>
            </a:xfrm>
            <a:custGeom>
              <a:avLst/>
              <a:gdLst>
                <a:gd name="connsiteX0" fmla="*/ 303984 w 392545"/>
                <a:gd name="connsiteY0" fmla="*/ 19174 h 373134"/>
                <a:gd name="connsiteX1" fmla="*/ 201992 w 392545"/>
                <a:gd name="connsiteY1" fmla="*/ 0 h 373134"/>
                <a:gd name="connsiteX2" fmla="*/ 62173 w 392545"/>
                <a:gd name="connsiteY2" fmla="*/ 0 h 373134"/>
                <a:gd name="connsiteX3" fmla="*/ 27859 w 392545"/>
                <a:gd name="connsiteY3" fmla="*/ 0 h 373134"/>
                <a:gd name="connsiteX4" fmla="*/ 0 w 392545"/>
                <a:gd name="connsiteY4" fmla="*/ 0 h 373134"/>
                <a:gd name="connsiteX5" fmla="*/ 0 w 392545"/>
                <a:gd name="connsiteY5" fmla="*/ 373135 h 373134"/>
                <a:gd name="connsiteX6" fmla="*/ 27859 w 392545"/>
                <a:gd name="connsiteY6" fmla="*/ 373135 h 373134"/>
                <a:gd name="connsiteX7" fmla="*/ 62173 w 392545"/>
                <a:gd name="connsiteY7" fmla="*/ 373135 h 373134"/>
                <a:gd name="connsiteX8" fmla="*/ 201992 w 392545"/>
                <a:gd name="connsiteY8" fmla="*/ 373135 h 373134"/>
                <a:gd name="connsiteX9" fmla="*/ 303984 w 392545"/>
                <a:gd name="connsiteY9" fmla="*/ 353961 h 373134"/>
                <a:gd name="connsiteX10" fmla="*/ 369670 w 392545"/>
                <a:gd name="connsiteY10" fmla="*/ 296249 h 373134"/>
                <a:gd name="connsiteX11" fmla="*/ 392546 w 392545"/>
                <a:gd name="connsiteY11" fmla="*/ 199477 h 373134"/>
                <a:gd name="connsiteX12" fmla="*/ 392546 w 392545"/>
                <a:gd name="connsiteY12" fmla="*/ 173611 h 373134"/>
                <a:gd name="connsiteX13" fmla="*/ 369670 w 392545"/>
                <a:gd name="connsiteY13" fmla="*/ 76839 h 373134"/>
                <a:gd name="connsiteX14" fmla="*/ 303984 w 392545"/>
                <a:gd name="connsiteY14" fmla="*/ 19174 h 373134"/>
                <a:gd name="connsiteX15" fmla="*/ 331369 w 392545"/>
                <a:gd name="connsiteY15" fmla="*/ 197531 h 373134"/>
                <a:gd name="connsiteX16" fmla="*/ 299048 w 392545"/>
                <a:gd name="connsiteY16" fmla="*/ 287563 h 373134"/>
                <a:gd name="connsiteX17" fmla="*/ 202514 w 392545"/>
                <a:gd name="connsiteY17" fmla="*/ 316894 h 373134"/>
                <a:gd name="connsiteX18" fmla="*/ 62221 w 392545"/>
                <a:gd name="connsiteY18" fmla="*/ 316894 h 373134"/>
                <a:gd name="connsiteX19" fmla="*/ 62221 w 392545"/>
                <a:gd name="connsiteY19" fmla="*/ 56193 h 373134"/>
                <a:gd name="connsiteX20" fmla="*/ 202514 w 392545"/>
                <a:gd name="connsiteY20" fmla="*/ 56193 h 373134"/>
                <a:gd name="connsiteX21" fmla="*/ 299048 w 392545"/>
                <a:gd name="connsiteY21" fmla="*/ 84812 h 373134"/>
                <a:gd name="connsiteX22" fmla="*/ 331369 w 392545"/>
                <a:gd name="connsiteY22" fmla="*/ 175604 h 373134"/>
                <a:gd name="connsiteX23" fmla="*/ 331369 w 392545"/>
                <a:gd name="connsiteY23" fmla="*/ 197531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92545" h="373134">
                  <a:moveTo>
                    <a:pt x="303984" y="19174"/>
                  </a:moveTo>
                  <a:cubicBezTo>
                    <a:pt x="275461" y="6407"/>
                    <a:pt x="241479" y="0"/>
                    <a:pt x="201992" y="0"/>
                  </a:cubicBezTo>
                  <a:lnTo>
                    <a:pt x="62173" y="0"/>
                  </a:lnTo>
                  <a:lnTo>
                    <a:pt x="27859" y="0"/>
                  </a:lnTo>
                  <a:lnTo>
                    <a:pt x="0" y="0"/>
                  </a:lnTo>
                  <a:lnTo>
                    <a:pt x="0" y="373135"/>
                  </a:lnTo>
                  <a:lnTo>
                    <a:pt x="27859" y="373135"/>
                  </a:lnTo>
                  <a:lnTo>
                    <a:pt x="62173" y="373135"/>
                  </a:lnTo>
                  <a:lnTo>
                    <a:pt x="201992" y="373135"/>
                  </a:lnTo>
                  <a:cubicBezTo>
                    <a:pt x="241479" y="373135"/>
                    <a:pt x="275461" y="366728"/>
                    <a:pt x="303984" y="353961"/>
                  </a:cubicBezTo>
                  <a:cubicBezTo>
                    <a:pt x="332508" y="341194"/>
                    <a:pt x="354387" y="321972"/>
                    <a:pt x="369670" y="296249"/>
                  </a:cubicBezTo>
                  <a:cubicBezTo>
                    <a:pt x="384904" y="270525"/>
                    <a:pt x="392546" y="238299"/>
                    <a:pt x="392546" y="199477"/>
                  </a:cubicBezTo>
                  <a:lnTo>
                    <a:pt x="392546" y="173611"/>
                  </a:lnTo>
                  <a:cubicBezTo>
                    <a:pt x="392546" y="134788"/>
                    <a:pt x="384904" y="102562"/>
                    <a:pt x="369670" y="76839"/>
                  </a:cubicBezTo>
                  <a:cubicBezTo>
                    <a:pt x="354387" y="51162"/>
                    <a:pt x="332508" y="31941"/>
                    <a:pt x="303984" y="19174"/>
                  </a:cubicBezTo>
                  <a:close/>
                  <a:moveTo>
                    <a:pt x="331369" y="197531"/>
                  </a:moveTo>
                  <a:cubicBezTo>
                    <a:pt x="331369" y="238015"/>
                    <a:pt x="320596" y="268010"/>
                    <a:pt x="299048" y="287563"/>
                  </a:cubicBezTo>
                  <a:cubicBezTo>
                    <a:pt x="277502" y="307117"/>
                    <a:pt x="245323" y="316894"/>
                    <a:pt x="202514" y="316894"/>
                  </a:cubicBezTo>
                  <a:lnTo>
                    <a:pt x="62221" y="316894"/>
                  </a:lnTo>
                  <a:lnTo>
                    <a:pt x="62221" y="56193"/>
                  </a:lnTo>
                  <a:lnTo>
                    <a:pt x="202514" y="56193"/>
                  </a:lnTo>
                  <a:cubicBezTo>
                    <a:pt x="245323" y="56193"/>
                    <a:pt x="277454" y="65733"/>
                    <a:pt x="299048" y="84812"/>
                  </a:cubicBezTo>
                  <a:cubicBezTo>
                    <a:pt x="320596" y="103891"/>
                    <a:pt x="331369" y="134171"/>
                    <a:pt x="331369" y="175604"/>
                  </a:cubicBezTo>
                  <a:lnTo>
                    <a:pt x="331369" y="197531"/>
                  </a:lnTo>
                  <a:close/>
                </a:path>
              </a:pathLst>
            </a:custGeom>
            <a:solidFill>
              <a:srgbClr val="0F214A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FC24D933-C961-4320-84B8-2B098CBD0E95}"/>
                </a:ext>
              </a:extLst>
            </p:cNvPr>
            <p:cNvSpPr/>
            <p:nvPr/>
          </p:nvSpPr>
          <p:spPr>
            <a:xfrm>
              <a:off x="8344036" y="4927183"/>
              <a:ext cx="410485" cy="373134"/>
            </a:xfrm>
            <a:custGeom>
              <a:avLst/>
              <a:gdLst>
                <a:gd name="connsiteX0" fmla="*/ 349262 w 410485"/>
                <a:gd name="connsiteY0" fmla="*/ 291598 h 373134"/>
                <a:gd name="connsiteX1" fmla="*/ 60702 w 410485"/>
                <a:gd name="connsiteY1" fmla="*/ 0 h 373134"/>
                <a:gd name="connsiteX2" fmla="*/ 26388 w 410485"/>
                <a:gd name="connsiteY2" fmla="*/ 0 h 373134"/>
                <a:gd name="connsiteX3" fmla="*/ 0 w 410485"/>
                <a:gd name="connsiteY3" fmla="*/ 0 h 373134"/>
                <a:gd name="connsiteX4" fmla="*/ 0 w 410485"/>
                <a:gd name="connsiteY4" fmla="*/ 373135 h 373134"/>
                <a:gd name="connsiteX5" fmla="*/ 60702 w 410485"/>
                <a:gd name="connsiteY5" fmla="*/ 373135 h 373134"/>
                <a:gd name="connsiteX6" fmla="*/ 60702 w 410485"/>
                <a:gd name="connsiteY6" fmla="*/ 81917 h 373134"/>
                <a:gd name="connsiteX7" fmla="*/ 349262 w 410485"/>
                <a:gd name="connsiteY7" fmla="*/ 373135 h 373134"/>
                <a:gd name="connsiteX8" fmla="*/ 410486 w 410485"/>
                <a:gd name="connsiteY8" fmla="*/ 373135 h 373134"/>
                <a:gd name="connsiteX9" fmla="*/ 410486 w 410485"/>
                <a:gd name="connsiteY9" fmla="*/ 0 h 373134"/>
                <a:gd name="connsiteX10" fmla="*/ 349262 w 410485"/>
                <a:gd name="connsiteY10" fmla="*/ 0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0485" h="373134">
                  <a:moveTo>
                    <a:pt x="349262" y="291598"/>
                  </a:moveTo>
                  <a:lnTo>
                    <a:pt x="60702" y="0"/>
                  </a:lnTo>
                  <a:lnTo>
                    <a:pt x="26388" y="0"/>
                  </a:lnTo>
                  <a:lnTo>
                    <a:pt x="0" y="0"/>
                  </a:lnTo>
                  <a:lnTo>
                    <a:pt x="0" y="373135"/>
                  </a:lnTo>
                  <a:lnTo>
                    <a:pt x="60702" y="373135"/>
                  </a:lnTo>
                  <a:lnTo>
                    <a:pt x="60702" y="81917"/>
                  </a:lnTo>
                  <a:lnTo>
                    <a:pt x="349262" y="373135"/>
                  </a:lnTo>
                  <a:lnTo>
                    <a:pt x="410486" y="373135"/>
                  </a:lnTo>
                  <a:lnTo>
                    <a:pt x="410486" y="0"/>
                  </a:lnTo>
                  <a:lnTo>
                    <a:pt x="349262" y="0"/>
                  </a:lnTo>
                  <a:close/>
                </a:path>
              </a:pathLst>
            </a:custGeom>
            <a:solidFill>
              <a:srgbClr val="0F214A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593D8CD1-B7C6-4727-A773-7D9B1A7CD8D6}"/>
                </a:ext>
              </a:extLst>
            </p:cNvPr>
            <p:cNvSpPr/>
            <p:nvPr/>
          </p:nvSpPr>
          <p:spPr>
            <a:xfrm>
              <a:off x="8863965" y="4927183"/>
              <a:ext cx="421876" cy="373134"/>
            </a:xfrm>
            <a:custGeom>
              <a:avLst/>
              <a:gdLst>
                <a:gd name="connsiteX0" fmla="*/ 355716 w 421876"/>
                <a:gd name="connsiteY0" fmla="*/ 0 h 373134"/>
                <a:gd name="connsiteX1" fmla="*/ 212955 w 421876"/>
                <a:gd name="connsiteY1" fmla="*/ 291598 h 373134"/>
                <a:gd name="connsiteX2" fmla="*/ 70146 w 421876"/>
                <a:gd name="connsiteY2" fmla="*/ 0 h 373134"/>
                <a:gd name="connsiteX3" fmla="*/ 0 w 421876"/>
                <a:gd name="connsiteY3" fmla="*/ 0 h 373134"/>
                <a:gd name="connsiteX4" fmla="*/ 187042 w 421876"/>
                <a:gd name="connsiteY4" fmla="*/ 373135 h 373134"/>
                <a:gd name="connsiteX5" fmla="*/ 235309 w 421876"/>
                <a:gd name="connsiteY5" fmla="*/ 373135 h 373134"/>
                <a:gd name="connsiteX6" fmla="*/ 421876 w 421876"/>
                <a:gd name="connsiteY6" fmla="*/ 0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21876" h="373134">
                  <a:moveTo>
                    <a:pt x="355716" y="0"/>
                  </a:moveTo>
                  <a:lnTo>
                    <a:pt x="212955" y="291598"/>
                  </a:lnTo>
                  <a:lnTo>
                    <a:pt x="70146" y="0"/>
                  </a:lnTo>
                  <a:lnTo>
                    <a:pt x="0" y="0"/>
                  </a:lnTo>
                  <a:lnTo>
                    <a:pt x="187042" y="373135"/>
                  </a:lnTo>
                  <a:lnTo>
                    <a:pt x="235309" y="373135"/>
                  </a:lnTo>
                  <a:lnTo>
                    <a:pt x="421876" y="0"/>
                  </a:lnTo>
                  <a:close/>
                </a:path>
              </a:pathLst>
            </a:custGeom>
            <a:solidFill>
              <a:srgbClr val="0F214A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add title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539750" y="1730374"/>
            <a:ext cx="5465764" cy="4316414"/>
          </a:xfrm>
        </p:spPr>
        <p:txBody>
          <a:bodyPr>
            <a:no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2000"/>
            </a:lvl4pPr>
            <a:lvl5pPr>
              <a:defRPr sz="2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60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184900" y="1730374"/>
            <a:ext cx="5465763" cy="4316414"/>
          </a:xfrm>
        </p:spPr>
        <p:txBody>
          <a:bodyPr>
            <a:no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2000"/>
            </a:lvl4pPr>
            <a:lvl5pPr>
              <a:defRPr sz="2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60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07366-CB75-4AA8-9E5B-928B849F427C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13" name="_SD_FLD_Copyright">
            <a:extLst>
              <a:ext uri="{FF2B5EF4-FFF2-40B4-BE49-F238E27FC236}">
                <a16:creationId xmlns:a16="http://schemas.microsoft.com/office/drawing/2014/main" id="{C594FBB9-85AB-481A-A9C3-B5A84B1C17B8}"/>
              </a:ext>
            </a:extLst>
          </p:cNvPr>
          <p:cNvSpPr txBox="1"/>
          <p:nvPr userDrawn="1"/>
        </p:nvSpPr>
        <p:spPr>
          <a:xfrm>
            <a:off x="853200" y="6440400"/>
            <a:ext cx="278923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sz="700" noProof="0">
                <a:solidFill>
                  <a:schemeClr val="accent1"/>
                </a:solidFill>
              </a:rPr>
              <a:t>DNV ©</a:t>
            </a:r>
            <a:endParaRPr lang="en-GB" sz="700" noProof="0" dirty="0">
              <a:solidFill>
                <a:schemeClr val="accent1"/>
              </a:solidFill>
            </a:endParaRPr>
          </a:p>
        </p:txBody>
      </p:sp>
      <p:sp>
        <p:nvSpPr>
          <p:cNvPr id="15" name="SD_FLD_DocumentDate">
            <a:extLst>
              <a:ext uri="{FF2B5EF4-FFF2-40B4-BE49-F238E27FC236}">
                <a16:creationId xmlns:a16="http://schemas.microsoft.com/office/drawing/2014/main" id="{3968F7D9-78C3-48F9-927A-B5708919335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66400" y="6440400"/>
            <a:ext cx="1198800" cy="15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t" anchorCtr="0"/>
          <a:lstStyle/>
          <a:p>
            <a:pPr algn="ctr">
              <a:spcBef>
                <a:spcPts val="0"/>
              </a:spcBef>
            </a:pPr>
            <a:r>
              <a:rPr lang="en-GB" altLang="ja-JP" sz="700" cap="all" baseline="0">
                <a:solidFill>
                  <a:schemeClr val="accent1"/>
                </a:solidFill>
                <a:ea typeface="ＭＳ Ｐゴシック" charset="-128"/>
                <a:cs typeface="Arial" charset="0"/>
              </a:rPr>
              <a:t>24 April 2024</a:t>
            </a:r>
            <a:endParaRPr lang="en-GB" altLang="ja-JP" sz="700" cap="all" baseline="0" dirty="0">
              <a:solidFill>
                <a:schemeClr val="accent1"/>
              </a:solidFill>
              <a:ea typeface="ＭＳ Ｐゴシック" charset="-128"/>
              <a:cs typeface="Arial" charset="0"/>
            </a:endParaRPr>
          </a:p>
        </p:txBody>
      </p:sp>
      <p:sp>
        <p:nvSpPr>
          <p:cNvPr id="25" name="SD_FLD_Draft" hidden="1">
            <a:extLst>
              <a:ext uri="{FF2B5EF4-FFF2-40B4-BE49-F238E27FC236}">
                <a16:creationId xmlns:a16="http://schemas.microsoft.com/office/drawing/2014/main" id="{BFB769A5-7146-4BE1-99CA-135A2E15C9C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243513" y="6232324"/>
            <a:ext cx="1700337" cy="208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14400" rIns="0" bIns="0" anchor="t" anchorCtr="0"/>
          <a:lstStyle/>
          <a:p>
            <a:pPr algn="ctr">
              <a:lnSpc>
                <a:spcPct val="83000"/>
              </a:lnSpc>
              <a:spcBef>
                <a:spcPts val="0"/>
              </a:spcBef>
            </a:pPr>
            <a:r>
              <a:rPr lang="en-GB" altLang="ja-JP" sz="1600" b="0" cap="all" baseline="0" dirty="0">
                <a:solidFill>
                  <a:srgbClr val="C4262E"/>
                </a:solidFill>
                <a:ea typeface="ＭＳ Ｐゴシック" charset="-128"/>
                <a:cs typeface="Arial" charset="0"/>
              </a:rPr>
              <a:t>DRAFT</a:t>
            </a:r>
          </a:p>
        </p:txBody>
      </p:sp>
      <p:sp>
        <p:nvSpPr>
          <p:cNvPr id="27" name="SD_FLD_Confidentiality">
            <a:extLst>
              <a:ext uri="{FF2B5EF4-FFF2-40B4-BE49-F238E27FC236}">
                <a16:creationId xmlns:a16="http://schemas.microsoft.com/office/drawing/2014/main" id="{8E5EBD54-68A6-426B-B8F6-B31B70F04964}"/>
              </a:ext>
            </a:extLst>
          </p:cNvPr>
          <p:cNvSpPr/>
          <p:nvPr userDrawn="1"/>
        </p:nvSpPr>
        <p:spPr>
          <a:xfrm>
            <a:off x="7131600" y="6440400"/>
            <a:ext cx="2440800" cy="151200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0" algn="ctr" defTabSz="914400" rtl="0" eaLnBrk="1" latinLnBrk="0" hangingPunct="1">
              <a:lnSpc>
                <a:spcPct val="100000"/>
              </a:lnSpc>
              <a:spcBef>
                <a:spcPts val="0"/>
              </a:spcBef>
            </a:pPr>
            <a:endParaRPr lang="en-GB" sz="700" b="0" kern="1200" cap="all" baseline="0" dirty="0">
              <a:solidFill>
                <a:schemeClr val="accent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23116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/>
              <a:t>Click to add title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539750" y="1730374"/>
            <a:ext cx="6407150" cy="4316414"/>
          </a:xfrm>
        </p:spPr>
        <p:txBody>
          <a:bodyPr>
            <a:no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2000"/>
            </a:lvl4pPr>
            <a:lvl5pPr>
              <a:defRPr sz="2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60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8067675" y="1730374"/>
            <a:ext cx="3582988" cy="4316414"/>
          </a:xfrm>
        </p:spPr>
        <p:txBody>
          <a:bodyPr>
            <a:no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2000"/>
            </a:lvl4pPr>
            <a:lvl5pPr>
              <a:defRPr sz="2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60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07366-CB75-4AA8-9E5B-928B849F427C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807569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A,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FBCEB69-4B90-48AC-8E50-F4C1FAD42957}"/>
              </a:ext>
            </a:extLst>
          </p:cNvPr>
          <p:cNvSpPr/>
          <p:nvPr userDrawn="1"/>
        </p:nvSpPr>
        <p:spPr>
          <a:xfrm>
            <a:off x="0" y="0"/>
            <a:ext cx="12192000" cy="6861600"/>
          </a:xfrm>
          <a:prstGeom prst="rect">
            <a:avLst/>
          </a:prstGeom>
          <a:solidFill>
            <a:srgbClr val="EEE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 noProof="0" dirty="0"/>
          </a:p>
        </p:txBody>
      </p:sp>
      <p:grpSp>
        <p:nvGrpSpPr>
          <p:cNvPr id="18" name="Logo">
            <a:extLst>
              <a:ext uri="{FF2B5EF4-FFF2-40B4-BE49-F238E27FC236}">
                <a16:creationId xmlns:a16="http://schemas.microsoft.com/office/drawing/2014/main" id="{8145D2D3-7F22-4934-B251-1F99086694BC}"/>
              </a:ext>
            </a:extLst>
          </p:cNvPr>
          <p:cNvGrpSpPr/>
          <p:nvPr userDrawn="1"/>
        </p:nvGrpSpPr>
        <p:grpSpPr>
          <a:xfrm>
            <a:off x="10893210" y="6350918"/>
            <a:ext cx="755843" cy="322808"/>
            <a:chOff x="6380216" y="4059273"/>
            <a:chExt cx="2905863" cy="1241045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36BB8EE7-0DAE-475A-99CB-4C95B9C4174D}"/>
                </a:ext>
              </a:extLst>
            </p:cNvPr>
            <p:cNvSpPr/>
            <p:nvPr/>
          </p:nvSpPr>
          <p:spPr>
            <a:xfrm>
              <a:off x="6380216" y="4059273"/>
              <a:ext cx="2905863" cy="346936"/>
            </a:xfrm>
            <a:custGeom>
              <a:avLst/>
              <a:gdLst>
                <a:gd name="connsiteX0" fmla="*/ 0 w 2905863"/>
                <a:gd name="connsiteY0" fmla="*/ 0 h 346936"/>
                <a:gd name="connsiteX1" fmla="*/ 2905864 w 2905863"/>
                <a:gd name="connsiteY1" fmla="*/ 0 h 346936"/>
                <a:gd name="connsiteX2" fmla="*/ 2905864 w 2905863"/>
                <a:gd name="connsiteY2" fmla="*/ 346937 h 346936"/>
                <a:gd name="connsiteX3" fmla="*/ 0 w 2905863"/>
                <a:gd name="connsiteY3" fmla="*/ 346937 h 346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346936">
                  <a:moveTo>
                    <a:pt x="0" y="0"/>
                  </a:moveTo>
                  <a:lnTo>
                    <a:pt x="2905864" y="0"/>
                  </a:lnTo>
                  <a:lnTo>
                    <a:pt x="2905864" y="346937"/>
                  </a:lnTo>
                  <a:lnTo>
                    <a:pt x="0" y="346937"/>
                  </a:lnTo>
                  <a:close/>
                </a:path>
              </a:pathLst>
            </a:custGeom>
            <a:solidFill>
              <a:srgbClr val="99D9F0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8E34A211-0C55-472F-A8C7-DF7C115B4E36}"/>
                </a:ext>
              </a:extLst>
            </p:cNvPr>
            <p:cNvSpPr/>
            <p:nvPr/>
          </p:nvSpPr>
          <p:spPr>
            <a:xfrm>
              <a:off x="6380216" y="4521775"/>
              <a:ext cx="2905863" cy="57854"/>
            </a:xfrm>
            <a:custGeom>
              <a:avLst/>
              <a:gdLst>
                <a:gd name="connsiteX0" fmla="*/ 0 w 2905863"/>
                <a:gd name="connsiteY0" fmla="*/ 0 h 57854"/>
                <a:gd name="connsiteX1" fmla="*/ 2905864 w 2905863"/>
                <a:gd name="connsiteY1" fmla="*/ 0 h 57854"/>
                <a:gd name="connsiteX2" fmla="*/ 2905864 w 2905863"/>
                <a:gd name="connsiteY2" fmla="*/ 57854 h 57854"/>
                <a:gd name="connsiteX3" fmla="*/ 0 w 2905863"/>
                <a:gd name="connsiteY3" fmla="*/ 57854 h 57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57854">
                  <a:moveTo>
                    <a:pt x="0" y="0"/>
                  </a:moveTo>
                  <a:lnTo>
                    <a:pt x="2905864" y="0"/>
                  </a:lnTo>
                  <a:lnTo>
                    <a:pt x="2905864" y="57854"/>
                  </a:lnTo>
                  <a:lnTo>
                    <a:pt x="0" y="57854"/>
                  </a:lnTo>
                  <a:close/>
                </a:path>
              </a:pathLst>
            </a:custGeom>
            <a:solidFill>
              <a:srgbClr val="3F9C35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DDB3FBA2-AFC9-409D-945D-4CFDE6BBEE6A}"/>
                </a:ext>
              </a:extLst>
            </p:cNvPr>
            <p:cNvSpPr/>
            <p:nvPr/>
          </p:nvSpPr>
          <p:spPr>
            <a:xfrm>
              <a:off x="6380216" y="4637294"/>
              <a:ext cx="2905863" cy="115566"/>
            </a:xfrm>
            <a:custGeom>
              <a:avLst/>
              <a:gdLst>
                <a:gd name="connsiteX0" fmla="*/ 0 w 2905863"/>
                <a:gd name="connsiteY0" fmla="*/ 0 h 115566"/>
                <a:gd name="connsiteX1" fmla="*/ 2905864 w 2905863"/>
                <a:gd name="connsiteY1" fmla="*/ 0 h 115566"/>
                <a:gd name="connsiteX2" fmla="*/ 2905864 w 2905863"/>
                <a:gd name="connsiteY2" fmla="*/ 115566 h 115566"/>
                <a:gd name="connsiteX3" fmla="*/ 0 w 2905863"/>
                <a:gd name="connsiteY3" fmla="*/ 115566 h 115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115566">
                  <a:moveTo>
                    <a:pt x="0" y="0"/>
                  </a:moveTo>
                  <a:lnTo>
                    <a:pt x="2905864" y="0"/>
                  </a:lnTo>
                  <a:lnTo>
                    <a:pt x="2905864" y="115566"/>
                  </a:lnTo>
                  <a:lnTo>
                    <a:pt x="0" y="115566"/>
                  </a:lnTo>
                  <a:close/>
                </a:path>
              </a:pathLst>
            </a:custGeom>
            <a:solidFill>
              <a:srgbClr val="003591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2DF6B560-906C-4643-86C4-C545FCBD8975}"/>
                </a:ext>
              </a:extLst>
            </p:cNvPr>
            <p:cNvSpPr/>
            <p:nvPr/>
          </p:nvSpPr>
          <p:spPr>
            <a:xfrm>
              <a:off x="7833598" y="4927183"/>
              <a:ext cx="392545" cy="373134"/>
            </a:xfrm>
            <a:custGeom>
              <a:avLst/>
              <a:gdLst>
                <a:gd name="connsiteX0" fmla="*/ 303984 w 392545"/>
                <a:gd name="connsiteY0" fmla="*/ 19174 h 373134"/>
                <a:gd name="connsiteX1" fmla="*/ 201992 w 392545"/>
                <a:gd name="connsiteY1" fmla="*/ 0 h 373134"/>
                <a:gd name="connsiteX2" fmla="*/ 62173 w 392545"/>
                <a:gd name="connsiteY2" fmla="*/ 0 h 373134"/>
                <a:gd name="connsiteX3" fmla="*/ 27859 w 392545"/>
                <a:gd name="connsiteY3" fmla="*/ 0 h 373134"/>
                <a:gd name="connsiteX4" fmla="*/ 0 w 392545"/>
                <a:gd name="connsiteY4" fmla="*/ 0 h 373134"/>
                <a:gd name="connsiteX5" fmla="*/ 0 w 392545"/>
                <a:gd name="connsiteY5" fmla="*/ 373135 h 373134"/>
                <a:gd name="connsiteX6" fmla="*/ 27859 w 392545"/>
                <a:gd name="connsiteY6" fmla="*/ 373135 h 373134"/>
                <a:gd name="connsiteX7" fmla="*/ 62173 w 392545"/>
                <a:gd name="connsiteY7" fmla="*/ 373135 h 373134"/>
                <a:gd name="connsiteX8" fmla="*/ 201992 w 392545"/>
                <a:gd name="connsiteY8" fmla="*/ 373135 h 373134"/>
                <a:gd name="connsiteX9" fmla="*/ 303984 w 392545"/>
                <a:gd name="connsiteY9" fmla="*/ 353961 h 373134"/>
                <a:gd name="connsiteX10" fmla="*/ 369670 w 392545"/>
                <a:gd name="connsiteY10" fmla="*/ 296249 h 373134"/>
                <a:gd name="connsiteX11" fmla="*/ 392546 w 392545"/>
                <a:gd name="connsiteY11" fmla="*/ 199477 h 373134"/>
                <a:gd name="connsiteX12" fmla="*/ 392546 w 392545"/>
                <a:gd name="connsiteY12" fmla="*/ 173611 h 373134"/>
                <a:gd name="connsiteX13" fmla="*/ 369670 w 392545"/>
                <a:gd name="connsiteY13" fmla="*/ 76839 h 373134"/>
                <a:gd name="connsiteX14" fmla="*/ 303984 w 392545"/>
                <a:gd name="connsiteY14" fmla="*/ 19174 h 373134"/>
                <a:gd name="connsiteX15" fmla="*/ 331369 w 392545"/>
                <a:gd name="connsiteY15" fmla="*/ 197531 h 373134"/>
                <a:gd name="connsiteX16" fmla="*/ 299048 w 392545"/>
                <a:gd name="connsiteY16" fmla="*/ 287563 h 373134"/>
                <a:gd name="connsiteX17" fmla="*/ 202514 w 392545"/>
                <a:gd name="connsiteY17" fmla="*/ 316894 h 373134"/>
                <a:gd name="connsiteX18" fmla="*/ 62221 w 392545"/>
                <a:gd name="connsiteY18" fmla="*/ 316894 h 373134"/>
                <a:gd name="connsiteX19" fmla="*/ 62221 w 392545"/>
                <a:gd name="connsiteY19" fmla="*/ 56193 h 373134"/>
                <a:gd name="connsiteX20" fmla="*/ 202514 w 392545"/>
                <a:gd name="connsiteY20" fmla="*/ 56193 h 373134"/>
                <a:gd name="connsiteX21" fmla="*/ 299048 w 392545"/>
                <a:gd name="connsiteY21" fmla="*/ 84812 h 373134"/>
                <a:gd name="connsiteX22" fmla="*/ 331369 w 392545"/>
                <a:gd name="connsiteY22" fmla="*/ 175604 h 373134"/>
                <a:gd name="connsiteX23" fmla="*/ 331369 w 392545"/>
                <a:gd name="connsiteY23" fmla="*/ 197531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92545" h="373134">
                  <a:moveTo>
                    <a:pt x="303984" y="19174"/>
                  </a:moveTo>
                  <a:cubicBezTo>
                    <a:pt x="275461" y="6407"/>
                    <a:pt x="241479" y="0"/>
                    <a:pt x="201992" y="0"/>
                  </a:cubicBezTo>
                  <a:lnTo>
                    <a:pt x="62173" y="0"/>
                  </a:lnTo>
                  <a:lnTo>
                    <a:pt x="27859" y="0"/>
                  </a:lnTo>
                  <a:lnTo>
                    <a:pt x="0" y="0"/>
                  </a:lnTo>
                  <a:lnTo>
                    <a:pt x="0" y="373135"/>
                  </a:lnTo>
                  <a:lnTo>
                    <a:pt x="27859" y="373135"/>
                  </a:lnTo>
                  <a:lnTo>
                    <a:pt x="62173" y="373135"/>
                  </a:lnTo>
                  <a:lnTo>
                    <a:pt x="201992" y="373135"/>
                  </a:lnTo>
                  <a:cubicBezTo>
                    <a:pt x="241479" y="373135"/>
                    <a:pt x="275461" y="366728"/>
                    <a:pt x="303984" y="353961"/>
                  </a:cubicBezTo>
                  <a:cubicBezTo>
                    <a:pt x="332508" y="341194"/>
                    <a:pt x="354387" y="321972"/>
                    <a:pt x="369670" y="296249"/>
                  </a:cubicBezTo>
                  <a:cubicBezTo>
                    <a:pt x="384904" y="270525"/>
                    <a:pt x="392546" y="238299"/>
                    <a:pt x="392546" y="199477"/>
                  </a:cubicBezTo>
                  <a:lnTo>
                    <a:pt x="392546" y="173611"/>
                  </a:lnTo>
                  <a:cubicBezTo>
                    <a:pt x="392546" y="134788"/>
                    <a:pt x="384904" y="102562"/>
                    <a:pt x="369670" y="76839"/>
                  </a:cubicBezTo>
                  <a:cubicBezTo>
                    <a:pt x="354387" y="51162"/>
                    <a:pt x="332508" y="31941"/>
                    <a:pt x="303984" y="19174"/>
                  </a:cubicBezTo>
                  <a:close/>
                  <a:moveTo>
                    <a:pt x="331369" y="197531"/>
                  </a:moveTo>
                  <a:cubicBezTo>
                    <a:pt x="331369" y="238015"/>
                    <a:pt x="320596" y="268010"/>
                    <a:pt x="299048" y="287563"/>
                  </a:cubicBezTo>
                  <a:cubicBezTo>
                    <a:pt x="277502" y="307117"/>
                    <a:pt x="245323" y="316894"/>
                    <a:pt x="202514" y="316894"/>
                  </a:cubicBezTo>
                  <a:lnTo>
                    <a:pt x="62221" y="316894"/>
                  </a:lnTo>
                  <a:lnTo>
                    <a:pt x="62221" y="56193"/>
                  </a:lnTo>
                  <a:lnTo>
                    <a:pt x="202514" y="56193"/>
                  </a:lnTo>
                  <a:cubicBezTo>
                    <a:pt x="245323" y="56193"/>
                    <a:pt x="277454" y="65733"/>
                    <a:pt x="299048" y="84812"/>
                  </a:cubicBezTo>
                  <a:cubicBezTo>
                    <a:pt x="320596" y="103891"/>
                    <a:pt x="331369" y="134171"/>
                    <a:pt x="331369" y="175604"/>
                  </a:cubicBezTo>
                  <a:lnTo>
                    <a:pt x="331369" y="197531"/>
                  </a:lnTo>
                  <a:close/>
                </a:path>
              </a:pathLst>
            </a:custGeom>
            <a:solidFill>
              <a:srgbClr val="0F214A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FC24D933-C961-4320-84B8-2B098CBD0E95}"/>
                </a:ext>
              </a:extLst>
            </p:cNvPr>
            <p:cNvSpPr/>
            <p:nvPr/>
          </p:nvSpPr>
          <p:spPr>
            <a:xfrm>
              <a:off x="8344036" y="4927183"/>
              <a:ext cx="410485" cy="373134"/>
            </a:xfrm>
            <a:custGeom>
              <a:avLst/>
              <a:gdLst>
                <a:gd name="connsiteX0" fmla="*/ 349262 w 410485"/>
                <a:gd name="connsiteY0" fmla="*/ 291598 h 373134"/>
                <a:gd name="connsiteX1" fmla="*/ 60702 w 410485"/>
                <a:gd name="connsiteY1" fmla="*/ 0 h 373134"/>
                <a:gd name="connsiteX2" fmla="*/ 26388 w 410485"/>
                <a:gd name="connsiteY2" fmla="*/ 0 h 373134"/>
                <a:gd name="connsiteX3" fmla="*/ 0 w 410485"/>
                <a:gd name="connsiteY3" fmla="*/ 0 h 373134"/>
                <a:gd name="connsiteX4" fmla="*/ 0 w 410485"/>
                <a:gd name="connsiteY4" fmla="*/ 373135 h 373134"/>
                <a:gd name="connsiteX5" fmla="*/ 60702 w 410485"/>
                <a:gd name="connsiteY5" fmla="*/ 373135 h 373134"/>
                <a:gd name="connsiteX6" fmla="*/ 60702 w 410485"/>
                <a:gd name="connsiteY6" fmla="*/ 81917 h 373134"/>
                <a:gd name="connsiteX7" fmla="*/ 349262 w 410485"/>
                <a:gd name="connsiteY7" fmla="*/ 373135 h 373134"/>
                <a:gd name="connsiteX8" fmla="*/ 410486 w 410485"/>
                <a:gd name="connsiteY8" fmla="*/ 373135 h 373134"/>
                <a:gd name="connsiteX9" fmla="*/ 410486 w 410485"/>
                <a:gd name="connsiteY9" fmla="*/ 0 h 373134"/>
                <a:gd name="connsiteX10" fmla="*/ 349262 w 410485"/>
                <a:gd name="connsiteY10" fmla="*/ 0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0485" h="373134">
                  <a:moveTo>
                    <a:pt x="349262" y="291598"/>
                  </a:moveTo>
                  <a:lnTo>
                    <a:pt x="60702" y="0"/>
                  </a:lnTo>
                  <a:lnTo>
                    <a:pt x="26388" y="0"/>
                  </a:lnTo>
                  <a:lnTo>
                    <a:pt x="0" y="0"/>
                  </a:lnTo>
                  <a:lnTo>
                    <a:pt x="0" y="373135"/>
                  </a:lnTo>
                  <a:lnTo>
                    <a:pt x="60702" y="373135"/>
                  </a:lnTo>
                  <a:lnTo>
                    <a:pt x="60702" y="81917"/>
                  </a:lnTo>
                  <a:lnTo>
                    <a:pt x="349262" y="373135"/>
                  </a:lnTo>
                  <a:lnTo>
                    <a:pt x="410486" y="373135"/>
                  </a:lnTo>
                  <a:lnTo>
                    <a:pt x="410486" y="0"/>
                  </a:lnTo>
                  <a:lnTo>
                    <a:pt x="349262" y="0"/>
                  </a:lnTo>
                  <a:close/>
                </a:path>
              </a:pathLst>
            </a:custGeom>
            <a:solidFill>
              <a:srgbClr val="0F214A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593D8CD1-B7C6-4727-A773-7D9B1A7CD8D6}"/>
                </a:ext>
              </a:extLst>
            </p:cNvPr>
            <p:cNvSpPr/>
            <p:nvPr/>
          </p:nvSpPr>
          <p:spPr>
            <a:xfrm>
              <a:off x="8863965" y="4927183"/>
              <a:ext cx="421876" cy="373134"/>
            </a:xfrm>
            <a:custGeom>
              <a:avLst/>
              <a:gdLst>
                <a:gd name="connsiteX0" fmla="*/ 355716 w 421876"/>
                <a:gd name="connsiteY0" fmla="*/ 0 h 373134"/>
                <a:gd name="connsiteX1" fmla="*/ 212955 w 421876"/>
                <a:gd name="connsiteY1" fmla="*/ 291598 h 373134"/>
                <a:gd name="connsiteX2" fmla="*/ 70146 w 421876"/>
                <a:gd name="connsiteY2" fmla="*/ 0 h 373134"/>
                <a:gd name="connsiteX3" fmla="*/ 0 w 421876"/>
                <a:gd name="connsiteY3" fmla="*/ 0 h 373134"/>
                <a:gd name="connsiteX4" fmla="*/ 187042 w 421876"/>
                <a:gd name="connsiteY4" fmla="*/ 373135 h 373134"/>
                <a:gd name="connsiteX5" fmla="*/ 235309 w 421876"/>
                <a:gd name="connsiteY5" fmla="*/ 373135 h 373134"/>
                <a:gd name="connsiteX6" fmla="*/ 421876 w 421876"/>
                <a:gd name="connsiteY6" fmla="*/ 0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21876" h="373134">
                  <a:moveTo>
                    <a:pt x="355716" y="0"/>
                  </a:moveTo>
                  <a:lnTo>
                    <a:pt x="212955" y="291598"/>
                  </a:lnTo>
                  <a:lnTo>
                    <a:pt x="70146" y="0"/>
                  </a:lnTo>
                  <a:lnTo>
                    <a:pt x="0" y="0"/>
                  </a:lnTo>
                  <a:lnTo>
                    <a:pt x="187042" y="373135"/>
                  </a:lnTo>
                  <a:lnTo>
                    <a:pt x="235309" y="373135"/>
                  </a:lnTo>
                  <a:lnTo>
                    <a:pt x="421876" y="0"/>
                  </a:lnTo>
                  <a:close/>
                </a:path>
              </a:pathLst>
            </a:custGeom>
            <a:solidFill>
              <a:srgbClr val="0F214A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/>
              <a:t>Click to add title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539749" y="1730374"/>
            <a:ext cx="6407151" cy="4316414"/>
          </a:xfrm>
        </p:spPr>
        <p:txBody>
          <a:bodyPr>
            <a:no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2000"/>
            </a:lvl4pPr>
            <a:lvl5pPr>
              <a:defRPr sz="2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60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8067675" y="1730374"/>
            <a:ext cx="3582988" cy="4316414"/>
          </a:xfrm>
        </p:spPr>
        <p:txBody>
          <a:bodyPr>
            <a:no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2000"/>
            </a:lvl4pPr>
            <a:lvl5pPr>
              <a:defRPr sz="2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60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07366-CB75-4AA8-9E5B-928B849F427C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13" name="_SD_FLD_Copyright">
            <a:extLst>
              <a:ext uri="{FF2B5EF4-FFF2-40B4-BE49-F238E27FC236}">
                <a16:creationId xmlns:a16="http://schemas.microsoft.com/office/drawing/2014/main" id="{C594FBB9-85AB-481A-A9C3-B5A84B1C17B8}"/>
              </a:ext>
            </a:extLst>
          </p:cNvPr>
          <p:cNvSpPr txBox="1"/>
          <p:nvPr userDrawn="1"/>
        </p:nvSpPr>
        <p:spPr>
          <a:xfrm>
            <a:off x="853200" y="6440400"/>
            <a:ext cx="278923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sz="700" noProof="0">
                <a:solidFill>
                  <a:schemeClr val="accent1"/>
                </a:solidFill>
              </a:rPr>
              <a:t>DNV ©</a:t>
            </a:r>
            <a:endParaRPr lang="en-GB" sz="700" noProof="0" dirty="0">
              <a:solidFill>
                <a:schemeClr val="accent1"/>
              </a:solidFill>
            </a:endParaRPr>
          </a:p>
        </p:txBody>
      </p:sp>
      <p:sp>
        <p:nvSpPr>
          <p:cNvPr id="15" name="SD_FLD_DocumentDate">
            <a:extLst>
              <a:ext uri="{FF2B5EF4-FFF2-40B4-BE49-F238E27FC236}">
                <a16:creationId xmlns:a16="http://schemas.microsoft.com/office/drawing/2014/main" id="{3968F7D9-78C3-48F9-927A-B5708919335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66400" y="6440400"/>
            <a:ext cx="1198800" cy="15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t" anchorCtr="0"/>
          <a:lstStyle/>
          <a:p>
            <a:pPr algn="ctr">
              <a:spcBef>
                <a:spcPts val="0"/>
              </a:spcBef>
            </a:pPr>
            <a:r>
              <a:rPr lang="en-GB" altLang="ja-JP" sz="700" cap="all" baseline="0">
                <a:solidFill>
                  <a:schemeClr val="accent1"/>
                </a:solidFill>
                <a:ea typeface="ＭＳ Ｐゴシック" charset="-128"/>
                <a:cs typeface="Arial" charset="0"/>
              </a:rPr>
              <a:t>24 April 2024</a:t>
            </a:r>
            <a:endParaRPr lang="en-GB" altLang="ja-JP" sz="700" cap="all" baseline="0" dirty="0">
              <a:solidFill>
                <a:schemeClr val="accent1"/>
              </a:solidFill>
              <a:ea typeface="ＭＳ Ｐゴシック" charset="-128"/>
              <a:cs typeface="Arial" charset="0"/>
            </a:endParaRPr>
          </a:p>
        </p:txBody>
      </p:sp>
      <p:sp>
        <p:nvSpPr>
          <p:cNvPr id="25" name="SD_FLD_Draft" hidden="1">
            <a:extLst>
              <a:ext uri="{FF2B5EF4-FFF2-40B4-BE49-F238E27FC236}">
                <a16:creationId xmlns:a16="http://schemas.microsoft.com/office/drawing/2014/main" id="{BFB769A5-7146-4BE1-99CA-135A2E15C9C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243513" y="6232324"/>
            <a:ext cx="1700337" cy="208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14400" rIns="0" bIns="0" anchor="t" anchorCtr="0"/>
          <a:lstStyle/>
          <a:p>
            <a:pPr algn="ctr">
              <a:lnSpc>
                <a:spcPct val="83000"/>
              </a:lnSpc>
              <a:spcBef>
                <a:spcPts val="0"/>
              </a:spcBef>
            </a:pPr>
            <a:r>
              <a:rPr lang="en-GB" altLang="ja-JP" sz="1600" b="0" cap="all" baseline="0" dirty="0">
                <a:solidFill>
                  <a:srgbClr val="C4262E"/>
                </a:solidFill>
                <a:ea typeface="ＭＳ Ｐゴシック" charset="-128"/>
                <a:cs typeface="Arial" charset="0"/>
              </a:rPr>
              <a:t>DRAFT</a:t>
            </a:r>
          </a:p>
        </p:txBody>
      </p:sp>
      <p:sp>
        <p:nvSpPr>
          <p:cNvPr id="27" name="SD_FLD_Confidentiality">
            <a:extLst>
              <a:ext uri="{FF2B5EF4-FFF2-40B4-BE49-F238E27FC236}">
                <a16:creationId xmlns:a16="http://schemas.microsoft.com/office/drawing/2014/main" id="{8E5EBD54-68A6-426B-B8F6-B31B70F04964}"/>
              </a:ext>
            </a:extLst>
          </p:cNvPr>
          <p:cNvSpPr/>
          <p:nvPr userDrawn="1"/>
        </p:nvSpPr>
        <p:spPr>
          <a:xfrm>
            <a:off x="7131600" y="6440400"/>
            <a:ext cx="2440800" cy="151200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0" algn="ctr" defTabSz="914400" rtl="0" eaLnBrk="1" latinLnBrk="0" hangingPunct="1">
              <a:lnSpc>
                <a:spcPct val="100000"/>
              </a:lnSpc>
              <a:spcBef>
                <a:spcPts val="0"/>
              </a:spcBef>
            </a:pPr>
            <a:endParaRPr lang="en-GB" sz="700" b="0" kern="1200" cap="all" baseline="0" dirty="0">
              <a:solidFill>
                <a:schemeClr val="accent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59857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0B103E29-9BF2-491F-A31B-CD5C222301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/>
              <a:t>Click to add title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39749" y="1730375"/>
            <a:ext cx="3584576" cy="4316414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GB" noProof="0"/>
              <a:t>Click to add text (Enter+TAB for next text level, SHIFT+TAB to go back in levels)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  <a:p>
            <a:pPr lvl="5"/>
            <a:r>
              <a:rPr lang="en-GB" noProof="0"/>
              <a:t>6</a:t>
            </a:r>
          </a:p>
          <a:p>
            <a:pPr lvl="6"/>
            <a:r>
              <a:rPr lang="en-GB" noProof="0"/>
              <a:t>7</a:t>
            </a:r>
          </a:p>
          <a:p>
            <a:pPr lvl="7"/>
            <a:r>
              <a:rPr lang="en-GB" noProof="0"/>
              <a:t>8</a:t>
            </a:r>
          </a:p>
          <a:p>
            <a:pPr lvl="8"/>
            <a:r>
              <a:rPr lang="en-GB" noProof="0"/>
              <a:t>9</a:t>
            </a:r>
            <a:endParaRPr lang="en-GB" noProof="0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17CE2ECF-AF40-4809-BD16-DFC59D53926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245099" y="1730374"/>
            <a:ext cx="2641601" cy="4316413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GB" noProof="0"/>
              <a:t>Click to add text (Enter+TAB for next text level, SHIFT+TAB to go back in levels)</a:t>
            </a:r>
            <a:endParaRPr lang="en-GB"/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 noProof="0"/>
              <a:t>6</a:t>
            </a:r>
          </a:p>
          <a:p>
            <a:pPr lvl="6"/>
            <a:r>
              <a:rPr lang="en-GB" noProof="0"/>
              <a:t>7</a:t>
            </a:r>
          </a:p>
          <a:p>
            <a:pPr lvl="7"/>
            <a:r>
              <a:rPr lang="en-GB" noProof="0"/>
              <a:t>8</a:t>
            </a:r>
          </a:p>
          <a:p>
            <a:pPr lvl="8"/>
            <a:r>
              <a:rPr lang="en-GB" noProof="0"/>
              <a:t>9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725A8F3-C789-43A7-B9C7-C2E8AD06CA86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9007475" y="1730374"/>
            <a:ext cx="2641601" cy="4316412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GB" noProof="0"/>
              <a:t>Click to add text (Enter+TAB for next text level, SHIFT+TAB to go back in levels)</a:t>
            </a:r>
            <a:endParaRPr lang="en-GB"/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D79923-6F9C-4EDE-9E95-10CB30510783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0" y="6858000"/>
            <a:ext cx="0" cy="0"/>
          </a:xfrm>
        </p:spPr>
        <p:txBody>
          <a:bodyPr/>
          <a:lstStyle/>
          <a:p>
            <a:fld id="{727BBD34-DD59-49E1-9776-D67684F06344}" type="datetime4">
              <a:rPr lang="en-GB" smtClean="0"/>
              <a:pPr/>
              <a:t>30 May 2025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0416BB-00AC-4DD5-897B-F4EDB13370E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7E9903A-53AE-4B97-879C-5DBFEB00E13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3AA811B-2EBD-4900-905E-5BE206449611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9844882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ree Content, gre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B8A33FA6-1C4E-42C4-8006-62087DF1C543}"/>
              </a:ext>
            </a:extLst>
          </p:cNvPr>
          <p:cNvSpPr/>
          <p:nvPr userDrawn="1"/>
        </p:nvSpPr>
        <p:spPr>
          <a:xfrm>
            <a:off x="0" y="0"/>
            <a:ext cx="12192000" cy="6861600"/>
          </a:xfrm>
          <a:prstGeom prst="rect">
            <a:avLst/>
          </a:prstGeom>
          <a:solidFill>
            <a:srgbClr val="EEE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 noProof="0" dirty="0"/>
          </a:p>
        </p:txBody>
      </p:sp>
      <p:grpSp>
        <p:nvGrpSpPr>
          <p:cNvPr id="13" name="Logo">
            <a:extLst>
              <a:ext uri="{FF2B5EF4-FFF2-40B4-BE49-F238E27FC236}">
                <a16:creationId xmlns:a16="http://schemas.microsoft.com/office/drawing/2014/main" id="{786373BD-6312-4785-AB25-0C8D34698A7B}"/>
              </a:ext>
            </a:extLst>
          </p:cNvPr>
          <p:cNvGrpSpPr/>
          <p:nvPr userDrawn="1"/>
        </p:nvGrpSpPr>
        <p:grpSpPr>
          <a:xfrm>
            <a:off x="10893210" y="6350918"/>
            <a:ext cx="755843" cy="322808"/>
            <a:chOff x="6380216" y="4059273"/>
            <a:chExt cx="2905863" cy="1241045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59A879B-ABBD-4A04-9477-6154675E4CEB}"/>
                </a:ext>
              </a:extLst>
            </p:cNvPr>
            <p:cNvSpPr/>
            <p:nvPr/>
          </p:nvSpPr>
          <p:spPr>
            <a:xfrm>
              <a:off x="6380216" y="4059273"/>
              <a:ext cx="2905863" cy="346936"/>
            </a:xfrm>
            <a:custGeom>
              <a:avLst/>
              <a:gdLst>
                <a:gd name="connsiteX0" fmla="*/ 0 w 2905863"/>
                <a:gd name="connsiteY0" fmla="*/ 0 h 346936"/>
                <a:gd name="connsiteX1" fmla="*/ 2905864 w 2905863"/>
                <a:gd name="connsiteY1" fmla="*/ 0 h 346936"/>
                <a:gd name="connsiteX2" fmla="*/ 2905864 w 2905863"/>
                <a:gd name="connsiteY2" fmla="*/ 346937 h 346936"/>
                <a:gd name="connsiteX3" fmla="*/ 0 w 2905863"/>
                <a:gd name="connsiteY3" fmla="*/ 346937 h 346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346936">
                  <a:moveTo>
                    <a:pt x="0" y="0"/>
                  </a:moveTo>
                  <a:lnTo>
                    <a:pt x="2905864" y="0"/>
                  </a:lnTo>
                  <a:lnTo>
                    <a:pt x="2905864" y="346937"/>
                  </a:lnTo>
                  <a:lnTo>
                    <a:pt x="0" y="346937"/>
                  </a:lnTo>
                  <a:close/>
                </a:path>
              </a:pathLst>
            </a:custGeom>
            <a:solidFill>
              <a:srgbClr val="99D9F0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0D20163-892E-44FF-9991-ABC1BF13FFCD}"/>
                </a:ext>
              </a:extLst>
            </p:cNvPr>
            <p:cNvSpPr/>
            <p:nvPr/>
          </p:nvSpPr>
          <p:spPr>
            <a:xfrm>
              <a:off x="6380216" y="4521775"/>
              <a:ext cx="2905863" cy="57854"/>
            </a:xfrm>
            <a:custGeom>
              <a:avLst/>
              <a:gdLst>
                <a:gd name="connsiteX0" fmla="*/ 0 w 2905863"/>
                <a:gd name="connsiteY0" fmla="*/ 0 h 57854"/>
                <a:gd name="connsiteX1" fmla="*/ 2905864 w 2905863"/>
                <a:gd name="connsiteY1" fmla="*/ 0 h 57854"/>
                <a:gd name="connsiteX2" fmla="*/ 2905864 w 2905863"/>
                <a:gd name="connsiteY2" fmla="*/ 57854 h 57854"/>
                <a:gd name="connsiteX3" fmla="*/ 0 w 2905863"/>
                <a:gd name="connsiteY3" fmla="*/ 57854 h 57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57854">
                  <a:moveTo>
                    <a:pt x="0" y="0"/>
                  </a:moveTo>
                  <a:lnTo>
                    <a:pt x="2905864" y="0"/>
                  </a:lnTo>
                  <a:lnTo>
                    <a:pt x="2905864" y="57854"/>
                  </a:lnTo>
                  <a:lnTo>
                    <a:pt x="0" y="57854"/>
                  </a:lnTo>
                  <a:close/>
                </a:path>
              </a:pathLst>
            </a:custGeom>
            <a:solidFill>
              <a:srgbClr val="3F9C35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CDE72FB-849D-47F9-B4E9-277EA2622D69}"/>
                </a:ext>
              </a:extLst>
            </p:cNvPr>
            <p:cNvSpPr/>
            <p:nvPr/>
          </p:nvSpPr>
          <p:spPr>
            <a:xfrm>
              <a:off x="6380216" y="4637294"/>
              <a:ext cx="2905863" cy="115566"/>
            </a:xfrm>
            <a:custGeom>
              <a:avLst/>
              <a:gdLst>
                <a:gd name="connsiteX0" fmla="*/ 0 w 2905863"/>
                <a:gd name="connsiteY0" fmla="*/ 0 h 115566"/>
                <a:gd name="connsiteX1" fmla="*/ 2905864 w 2905863"/>
                <a:gd name="connsiteY1" fmla="*/ 0 h 115566"/>
                <a:gd name="connsiteX2" fmla="*/ 2905864 w 2905863"/>
                <a:gd name="connsiteY2" fmla="*/ 115566 h 115566"/>
                <a:gd name="connsiteX3" fmla="*/ 0 w 2905863"/>
                <a:gd name="connsiteY3" fmla="*/ 115566 h 115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115566">
                  <a:moveTo>
                    <a:pt x="0" y="0"/>
                  </a:moveTo>
                  <a:lnTo>
                    <a:pt x="2905864" y="0"/>
                  </a:lnTo>
                  <a:lnTo>
                    <a:pt x="2905864" y="115566"/>
                  </a:lnTo>
                  <a:lnTo>
                    <a:pt x="0" y="115566"/>
                  </a:lnTo>
                  <a:close/>
                </a:path>
              </a:pathLst>
            </a:custGeom>
            <a:solidFill>
              <a:srgbClr val="003591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96D47151-F3A9-4197-B445-BAF922408872}"/>
                </a:ext>
              </a:extLst>
            </p:cNvPr>
            <p:cNvSpPr/>
            <p:nvPr/>
          </p:nvSpPr>
          <p:spPr>
            <a:xfrm>
              <a:off x="7833598" y="4927183"/>
              <a:ext cx="392545" cy="373134"/>
            </a:xfrm>
            <a:custGeom>
              <a:avLst/>
              <a:gdLst>
                <a:gd name="connsiteX0" fmla="*/ 303984 w 392545"/>
                <a:gd name="connsiteY0" fmla="*/ 19174 h 373134"/>
                <a:gd name="connsiteX1" fmla="*/ 201992 w 392545"/>
                <a:gd name="connsiteY1" fmla="*/ 0 h 373134"/>
                <a:gd name="connsiteX2" fmla="*/ 62173 w 392545"/>
                <a:gd name="connsiteY2" fmla="*/ 0 h 373134"/>
                <a:gd name="connsiteX3" fmla="*/ 27859 w 392545"/>
                <a:gd name="connsiteY3" fmla="*/ 0 h 373134"/>
                <a:gd name="connsiteX4" fmla="*/ 0 w 392545"/>
                <a:gd name="connsiteY4" fmla="*/ 0 h 373134"/>
                <a:gd name="connsiteX5" fmla="*/ 0 w 392545"/>
                <a:gd name="connsiteY5" fmla="*/ 373135 h 373134"/>
                <a:gd name="connsiteX6" fmla="*/ 27859 w 392545"/>
                <a:gd name="connsiteY6" fmla="*/ 373135 h 373134"/>
                <a:gd name="connsiteX7" fmla="*/ 62173 w 392545"/>
                <a:gd name="connsiteY7" fmla="*/ 373135 h 373134"/>
                <a:gd name="connsiteX8" fmla="*/ 201992 w 392545"/>
                <a:gd name="connsiteY8" fmla="*/ 373135 h 373134"/>
                <a:gd name="connsiteX9" fmla="*/ 303984 w 392545"/>
                <a:gd name="connsiteY9" fmla="*/ 353961 h 373134"/>
                <a:gd name="connsiteX10" fmla="*/ 369670 w 392545"/>
                <a:gd name="connsiteY10" fmla="*/ 296249 h 373134"/>
                <a:gd name="connsiteX11" fmla="*/ 392546 w 392545"/>
                <a:gd name="connsiteY11" fmla="*/ 199477 h 373134"/>
                <a:gd name="connsiteX12" fmla="*/ 392546 w 392545"/>
                <a:gd name="connsiteY12" fmla="*/ 173611 h 373134"/>
                <a:gd name="connsiteX13" fmla="*/ 369670 w 392545"/>
                <a:gd name="connsiteY13" fmla="*/ 76839 h 373134"/>
                <a:gd name="connsiteX14" fmla="*/ 303984 w 392545"/>
                <a:gd name="connsiteY14" fmla="*/ 19174 h 373134"/>
                <a:gd name="connsiteX15" fmla="*/ 331369 w 392545"/>
                <a:gd name="connsiteY15" fmla="*/ 197531 h 373134"/>
                <a:gd name="connsiteX16" fmla="*/ 299048 w 392545"/>
                <a:gd name="connsiteY16" fmla="*/ 287563 h 373134"/>
                <a:gd name="connsiteX17" fmla="*/ 202514 w 392545"/>
                <a:gd name="connsiteY17" fmla="*/ 316894 h 373134"/>
                <a:gd name="connsiteX18" fmla="*/ 62221 w 392545"/>
                <a:gd name="connsiteY18" fmla="*/ 316894 h 373134"/>
                <a:gd name="connsiteX19" fmla="*/ 62221 w 392545"/>
                <a:gd name="connsiteY19" fmla="*/ 56193 h 373134"/>
                <a:gd name="connsiteX20" fmla="*/ 202514 w 392545"/>
                <a:gd name="connsiteY20" fmla="*/ 56193 h 373134"/>
                <a:gd name="connsiteX21" fmla="*/ 299048 w 392545"/>
                <a:gd name="connsiteY21" fmla="*/ 84812 h 373134"/>
                <a:gd name="connsiteX22" fmla="*/ 331369 w 392545"/>
                <a:gd name="connsiteY22" fmla="*/ 175604 h 373134"/>
                <a:gd name="connsiteX23" fmla="*/ 331369 w 392545"/>
                <a:gd name="connsiteY23" fmla="*/ 197531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92545" h="373134">
                  <a:moveTo>
                    <a:pt x="303984" y="19174"/>
                  </a:moveTo>
                  <a:cubicBezTo>
                    <a:pt x="275461" y="6407"/>
                    <a:pt x="241479" y="0"/>
                    <a:pt x="201992" y="0"/>
                  </a:cubicBezTo>
                  <a:lnTo>
                    <a:pt x="62173" y="0"/>
                  </a:lnTo>
                  <a:lnTo>
                    <a:pt x="27859" y="0"/>
                  </a:lnTo>
                  <a:lnTo>
                    <a:pt x="0" y="0"/>
                  </a:lnTo>
                  <a:lnTo>
                    <a:pt x="0" y="373135"/>
                  </a:lnTo>
                  <a:lnTo>
                    <a:pt x="27859" y="373135"/>
                  </a:lnTo>
                  <a:lnTo>
                    <a:pt x="62173" y="373135"/>
                  </a:lnTo>
                  <a:lnTo>
                    <a:pt x="201992" y="373135"/>
                  </a:lnTo>
                  <a:cubicBezTo>
                    <a:pt x="241479" y="373135"/>
                    <a:pt x="275461" y="366728"/>
                    <a:pt x="303984" y="353961"/>
                  </a:cubicBezTo>
                  <a:cubicBezTo>
                    <a:pt x="332508" y="341194"/>
                    <a:pt x="354387" y="321972"/>
                    <a:pt x="369670" y="296249"/>
                  </a:cubicBezTo>
                  <a:cubicBezTo>
                    <a:pt x="384904" y="270525"/>
                    <a:pt x="392546" y="238299"/>
                    <a:pt x="392546" y="199477"/>
                  </a:cubicBezTo>
                  <a:lnTo>
                    <a:pt x="392546" y="173611"/>
                  </a:lnTo>
                  <a:cubicBezTo>
                    <a:pt x="392546" y="134788"/>
                    <a:pt x="384904" y="102562"/>
                    <a:pt x="369670" y="76839"/>
                  </a:cubicBezTo>
                  <a:cubicBezTo>
                    <a:pt x="354387" y="51162"/>
                    <a:pt x="332508" y="31941"/>
                    <a:pt x="303984" y="19174"/>
                  </a:cubicBezTo>
                  <a:close/>
                  <a:moveTo>
                    <a:pt x="331369" y="197531"/>
                  </a:moveTo>
                  <a:cubicBezTo>
                    <a:pt x="331369" y="238015"/>
                    <a:pt x="320596" y="268010"/>
                    <a:pt x="299048" y="287563"/>
                  </a:cubicBezTo>
                  <a:cubicBezTo>
                    <a:pt x="277502" y="307117"/>
                    <a:pt x="245323" y="316894"/>
                    <a:pt x="202514" y="316894"/>
                  </a:cubicBezTo>
                  <a:lnTo>
                    <a:pt x="62221" y="316894"/>
                  </a:lnTo>
                  <a:lnTo>
                    <a:pt x="62221" y="56193"/>
                  </a:lnTo>
                  <a:lnTo>
                    <a:pt x="202514" y="56193"/>
                  </a:lnTo>
                  <a:cubicBezTo>
                    <a:pt x="245323" y="56193"/>
                    <a:pt x="277454" y="65733"/>
                    <a:pt x="299048" y="84812"/>
                  </a:cubicBezTo>
                  <a:cubicBezTo>
                    <a:pt x="320596" y="103891"/>
                    <a:pt x="331369" y="134171"/>
                    <a:pt x="331369" y="175604"/>
                  </a:cubicBezTo>
                  <a:lnTo>
                    <a:pt x="331369" y="197531"/>
                  </a:lnTo>
                  <a:close/>
                </a:path>
              </a:pathLst>
            </a:custGeom>
            <a:solidFill>
              <a:srgbClr val="0F214A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7886374B-F400-46EE-AA11-2A1EC51357CB}"/>
                </a:ext>
              </a:extLst>
            </p:cNvPr>
            <p:cNvSpPr/>
            <p:nvPr/>
          </p:nvSpPr>
          <p:spPr>
            <a:xfrm>
              <a:off x="8344036" y="4927183"/>
              <a:ext cx="410485" cy="373134"/>
            </a:xfrm>
            <a:custGeom>
              <a:avLst/>
              <a:gdLst>
                <a:gd name="connsiteX0" fmla="*/ 349262 w 410485"/>
                <a:gd name="connsiteY0" fmla="*/ 291598 h 373134"/>
                <a:gd name="connsiteX1" fmla="*/ 60702 w 410485"/>
                <a:gd name="connsiteY1" fmla="*/ 0 h 373134"/>
                <a:gd name="connsiteX2" fmla="*/ 26388 w 410485"/>
                <a:gd name="connsiteY2" fmla="*/ 0 h 373134"/>
                <a:gd name="connsiteX3" fmla="*/ 0 w 410485"/>
                <a:gd name="connsiteY3" fmla="*/ 0 h 373134"/>
                <a:gd name="connsiteX4" fmla="*/ 0 w 410485"/>
                <a:gd name="connsiteY4" fmla="*/ 373135 h 373134"/>
                <a:gd name="connsiteX5" fmla="*/ 60702 w 410485"/>
                <a:gd name="connsiteY5" fmla="*/ 373135 h 373134"/>
                <a:gd name="connsiteX6" fmla="*/ 60702 w 410485"/>
                <a:gd name="connsiteY6" fmla="*/ 81917 h 373134"/>
                <a:gd name="connsiteX7" fmla="*/ 349262 w 410485"/>
                <a:gd name="connsiteY7" fmla="*/ 373135 h 373134"/>
                <a:gd name="connsiteX8" fmla="*/ 410486 w 410485"/>
                <a:gd name="connsiteY8" fmla="*/ 373135 h 373134"/>
                <a:gd name="connsiteX9" fmla="*/ 410486 w 410485"/>
                <a:gd name="connsiteY9" fmla="*/ 0 h 373134"/>
                <a:gd name="connsiteX10" fmla="*/ 349262 w 410485"/>
                <a:gd name="connsiteY10" fmla="*/ 0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0485" h="373134">
                  <a:moveTo>
                    <a:pt x="349262" y="291598"/>
                  </a:moveTo>
                  <a:lnTo>
                    <a:pt x="60702" y="0"/>
                  </a:lnTo>
                  <a:lnTo>
                    <a:pt x="26388" y="0"/>
                  </a:lnTo>
                  <a:lnTo>
                    <a:pt x="0" y="0"/>
                  </a:lnTo>
                  <a:lnTo>
                    <a:pt x="0" y="373135"/>
                  </a:lnTo>
                  <a:lnTo>
                    <a:pt x="60702" y="373135"/>
                  </a:lnTo>
                  <a:lnTo>
                    <a:pt x="60702" y="81917"/>
                  </a:lnTo>
                  <a:lnTo>
                    <a:pt x="349262" y="373135"/>
                  </a:lnTo>
                  <a:lnTo>
                    <a:pt x="410486" y="373135"/>
                  </a:lnTo>
                  <a:lnTo>
                    <a:pt x="410486" y="0"/>
                  </a:lnTo>
                  <a:lnTo>
                    <a:pt x="349262" y="0"/>
                  </a:lnTo>
                  <a:close/>
                </a:path>
              </a:pathLst>
            </a:custGeom>
            <a:solidFill>
              <a:srgbClr val="0F214A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9F9F7A1C-77DA-4373-B4B2-DAA6FC4DE316}"/>
                </a:ext>
              </a:extLst>
            </p:cNvPr>
            <p:cNvSpPr/>
            <p:nvPr/>
          </p:nvSpPr>
          <p:spPr>
            <a:xfrm>
              <a:off x="8863965" y="4927183"/>
              <a:ext cx="421876" cy="373134"/>
            </a:xfrm>
            <a:custGeom>
              <a:avLst/>
              <a:gdLst>
                <a:gd name="connsiteX0" fmla="*/ 355716 w 421876"/>
                <a:gd name="connsiteY0" fmla="*/ 0 h 373134"/>
                <a:gd name="connsiteX1" fmla="*/ 212955 w 421876"/>
                <a:gd name="connsiteY1" fmla="*/ 291598 h 373134"/>
                <a:gd name="connsiteX2" fmla="*/ 70146 w 421876"/>
                <a:gd name="connsiteY2" fmla="*/ 0 h 373134"/>
                <a:gd name="connsiteX3" fmla="*/ 0 w 421876"/>
                <a:gd name="connsiteY3" fmla="*/ 0 h 373134"/>
                <a:gd name="connsiteX4" fmla="*/ 187042 w 421876"/>
                <a:gd name="connsiteY4" fmla="*/ 373135 h 373134"/>
                <a:gd name="connsiteX5" fmla="*/ 235309 w 421876"/>
                <a:gd name="connsiteY5" fmla="*/ 373135 h 373134"/>
                <a:gd name="connsiteX6" fmla="*/ 421876 w 421876"/>
                <a:gd name="connsiteY6" fmla="*/ 0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21876" h="373134">
                  <a:moveTo>
                    <a:pt x="355716" y="0"/>
                  </a:moveTo>
                  <a:lnTo>
                    <a:pt x="212955" y="291598"/>
                  </a:lnTo>
                  <a:lnTo>
                    <a:pt x="70146" y="0"/>
                  </a:lnTo>
                  <a:lnTo>
                    <a:pt x="0" y="0"/>
                  </a:lnTo>
                  <a:lnTo>
                    <a:pt x="187042" y="373135"/>
                  </a:lnTo>
                  <a:lnTo>
                    <a:pt x="235309" y="373135"/>
                  </a:lnTo>
                  <a:lnTo>
                    <a:pt x="421876" y="0"/>
                  </a:lnTo>
                  <a:close/>
                </a:path>
              </a:pathLst>
            </a:custGeom>
            <a:solidFill>
              <a:srgbClr val="0F214A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sp>
        <p:nvSpPr>
          <p:cNvPr id="9" name="Title 1">
            <a:extLst>
              <a:ext uri="{FF2B5EF4-FFF2-40B4-BE49-F238E27FC236}">
                <a16:creationId xmlns:a16="http://schemas.microsoft.com/office/drawing/2014/main" id="{0B103E29-9BF2-491F-A31B-CD5C222301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/>
              <a:t>Click to add title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39749" y="1730375"/>
            <a:ext cx="3584576" cy="4316414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GB" noProof="0"/>
              <a:t>Click to add text (Enter+TAB for next text level, SHIFT+TAB to go back in levels)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  <a:p>
            <a:pPr lvl="5"/>
            <a:r>
              <a:rPr lang="en-GB" noProof="0"/>
              <a:t>6</a:t>
            </a:r>
          </a:p>
          <a:p>
            <a:pPr lvl="6"/>
            <a:r>
              <a:rPr lang="en-GB" noProof="0"/>
              <a:t>7</a:t>
            </a:r>
          </a:p>
          <a:p>
            <a:pPr lvl="7"/>
            <a:r>
              <a:rPr lang="en-GB" noProof="0"/>
              <a:t>8</a:t>
            </a:r>
          </a:p>
          <a:p>
            <a:pPr lvl="8"/>
            <a:r>
              <a:rPr lang="en-GB" noProof="0"/>
              <a:t>9</a:t>
            </a:r>
            <a:endParaRPr lang="en-GB" noProof="0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17CE2ECF-AF40-4809-BD16-DFC59D53926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245099" y="1730374"/>
            <a:ext cx="2641601" cy="4316413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GB" noProof="0"/>
              <a:t>Click to add text (Enter+TAB for next text level, SHIFT+TAB to go back in levels)</a:t>
            </a:r>
            <a:endParaRPr lang="en-GB"/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 noProof="0"/>
              <a:t>6</a:t>
            </a:r>
          </a:p>
          <a:p>
            <a:pPr lvl="6"/>
            <a:r>
              <a:rPr lang="en-GB" noProof="0"/>
              <a:t>7</a:t>
            </a:r>
          </a:p>
          <a:p>
            <a:pPr lvl="7"/>
            <a:r>
              <a:rPr lang="en-GB" noProof="0"/>
              <a:t>8</a:t>
            </a:r>
          </a:p>
          <a:p>
            <a:pPr lvl="8"/>
            <a:r>
              <a:rPr lang="en-GB" noProof="0"/>
              <a:t>9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725A8F3-C789-43A7-B9C7-C2E8AD06CA86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9007474" y="1730374"/>
            <a:ext cx="2643189" cy="4316412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GB" noProof="0"/>
              <a:t>Click to add text (Enter+TAB for next text level, SHIFT+TAB to go back in levels)</a:t>
            </a:r>
            <a:endParaRPr lang="en-GB"/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D79923-6F9C-4EDE-9E95-10CB30510783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0" y="6858000"/>
            <a:ext cx="0" cy="0"/>
          </a:xfrm>
        </p:spPr>
        <p:txBody>
          <a:bodyPr/>
          <a:lstStyle/>
          <a:p>
            <a:fld id="{727BBD34-DD59-49E1-9776-D67684F06344}" type="datetime4">
              <a:rPr lang="en-GB" smtClean="0"/>
              <a:pPr/>
              <a:t>30 May 2025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0416BB-00AC-4DD5-897B-F4EDB13370E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7E9903A-53AE-4B97-879C-5DBFEB00E13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3AA811B-2EBD-4900-905E-5BE20644961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0" name="_SD_FLD_Copyright">
            <a:extLst>
              <a:ext uri="{FF2B5EF4-FFF2-40B4-BE49-F238E27FC236}">
                <a16:creationId xmlns:a16="http://schemas.microsoft.com/office/drawing/2014/main" id="{082F9C54-512B-45F5-982C-08FA99BDF954}"/>
              </a:ext>
            </a:extLst>
          </p:cNvPr>
          <p:cNvSpPr txBox="1"/>
          <p:nvPr userDrawn="1"/>
        </p:nvSpPr>
        <p:spPr>
          <a:xfrm>
            <a:off x="853200" y="6440400"/>
            <a:ext cx="278923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sz="700" noProof="0">
                <a:solidFill>
                  <a:schemeClr val="accent1"/>
                </a:solidFill>
              </a:rPr>
              <a:t>DNV ©</a:t>
            </a:r>
            <a:endParaRPr lang="en-GB" sz="700" noProof="0" dirty="0">
              <a:solidFill>
                <a:schemeClr val="accent1"/>
              </a:solidFill>
            </a:endParaRPr>
          </a:p>
        </p:txBody>
      </p:sp>
      <p:sp>
        <p:nvSpPr>
          <p:cNvPr id="22" name="SD_FLD_DocumentDate">
            <a:extLst>
              <a:ext uri="{FF2B5EF4-FFF2-40B4-BE49-F238E27FC236}">
                <a16:creationId xmlns:a16="http://schemas.microsoft.com/office/drawing/2014/main" id="{CA5DA168-821C-4063-906D-4954EC9A254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66400" y="6440400"/>
            <a:ext cx="1198800" cy="15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t" anchorCtr="0"/>
          <a:lstStyle/>
          <a:p>
            <a:pPr algn="ctr">
              <a:spcBef>
                <a:spcPts val="0"/>
              </a:spcBef>
            </a:pPr>
            <a:r>
              <a:rPr lang="en-GB" altLang="ja-JP" sz="700" cap="all" baseline="0">
                <a:solidFill>
                  <a:schemeClr val="accent1"/>
                </a:solidFill>
                <a:ea typeface="ＭＳ Ｐゴシック" charset="-128"/>
                <a:cs typeface="Arial" charset="0"/>
              </a:rPr>
              <a:t>24 April 2024</a:t>
            </a:r>
            <a:endParaRPr lang="en-GB" altLang="ja-JP" sz="700" cap="all" baseline="0" dirty="0">
              <a:solidFill>
                <a:schemeClr val="accent1"/>
              </a:solidFill>
              <a:ea typeface="ＭＳ Ｐゴシック" charset="-128"/>
              <a:cs typeface="Arial" charset="0"/>
            </a:endParaRPr>
          </a:p>
        </p:txBody>
      </p:sp>
      <p:sp>
        <p:nvSpPr>
          <p:cNvPr id="24" name="SD_FLD_Draft" hidden="1">
            <a:extLst>
              <a:ext uri="{FF2B5EF4-FFF2-40B4-BE49-F238E27FC236}">
                <a16:creationId xmlns:a16="http://schemas.microsoft.com/office/drawing/2014/main" id="{CB94A54D-DD3C-4298-BDF3-BD0A4E0485C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243513" y="6232324"/>
            <a:ext cx="1700337" cy="208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14400" rIns="0" bIns="0" anchor="t" anchorCtr="0"/>
          <a:lstStyle/>
          <a:p>
            <a:pPr algn="ctr">
              <a:lnSpc>
                <a:spcPct val="83000"/>
              </a:lnSpc>
              <a:spcBef>
                <a:spcPts val="0"/>
              </a:spcBef>
            </a:pPr>
            <a:r>
              <a:rPr lang="en-GB" altLang="ja-JP" sz="1600" b="0" cap="all" baseline="0" dirty="0">
                <a:solidFill>
                  <a:srgbClr val="C4262E"/>
                </a:solidFill>
                <a:ea typeface="ＭＳ Ｐゴシック" charset="-128"/>
                <a:cs typeface="Arial" charset="0"/>
              </a:rPr>
              <a:t>DRAFT</a:t>
            </a:r>
          </a:p>
        </p:txBody>
      </p:sp>
      <p:sp>
        <p:nvSpPr>
          <p:cNvPr id="26" name="SD_FLD_Confidentiality">
            <a:extLst>
              <a:ext uri="{FF2B5EF4-FFF2-40B4-BE49-F238E27FC236}">
                <a16:creationId xmlns:a16="http://schemas.microsoft.com/office/drawing/2014/main" id="{13226BD7-8851-4901-A408-8E1422BBD689}"/>
              </a:ext>
            </a:extLst>
          </p:cNvPr>
          <p:cNvSpPr/>
          <p:nvPr userDrawn="1"/>
        </p:nvSpPr>
        <p:spPr>
          <a:xfrm>
            <a:off x="7131600" y="6440400"/>
            <a:ext cx="2440800" cy="151200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0" algn="ctr" defTabSz="914400" rtl="0" eaLnBrk="1" latinLnBrk="0" hangingPunct="1">
              <a:lnSpc>
                <a:spcPct val="100000"/>
              </a:lnSpc>
              <a:spcBef>
                <a:spcPts val="0"/>
              </a:spcBef>
            </a:pPr>
            <a:endParaRPr lang="en-GB" sz="700" b="0" kern="1200" cap="all" baseline="0" dirty="0">
              <a:solidFill>
                <a:schemeClr val="accent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2689702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tex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/>
          <p:cNvSpPr>
            <a:spLocks noGrp="1"/>
          </p:cNvSpPr>
          <p:nvPr>
            <p:ph type="pic" sz="quarter" idx="13" hasCustomPrompt="1"/>
          </p:nvPr>
        </p:nvSpPr>
        <p:spPr>
          <a:xfrm>
            <a:off x="6096000" y="0"/>
            <a:ext cx="6096001" cy="6861600"/>
          </a:xfrm>
          <a:blipFill>
            <a:blip r:embed="rId2"/>
            <a:stretch>
              <a:fillRect/>
            </a:stretch>
          </a:blipFill>
        </p:spPr>
        <p:txBody>
          <a:bodyPr lIns="2916000" tIns="360000" rIns="144000"/>
          <a:lstStyle>
            <a:lvl1pPr marL="0" indent="0" algn="l">
              <a:buNone/>
              <a:defRPr sz="1600" b="0">
                <a:solidFill>
                  <a:schemeClr val="accent4"/>
                </a:solidFill>
              </a:defRPr>
            </a:lvl1pPr>
          </a:lstStyle>
          <a:p>
            <a:r>
              <a:rPr lang="en-GB"/>
              <a:t>Click on picture frame to insert background picture, click on DNV-menu / Image Tools-button / Choose Insert or Paste</a:t>
            </a:r>
            <a:endParaRPr lang="en-GB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39750" y="539750"/>
            <a:ext cx="5018400" cy="936000"/>
          </a:xfrm>
        </p:spPr>
        <p:txBody>
          <a:bodyPr/>
          <a:lstStyle/>
          <a:p>
            <a:r>
              <a:rPr lang="en-GB"/>
              <a:t>Click to add title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1A0EF5A-2CB8-465D-882A-DE0FE7C6D3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0000" y="1735085"/>
            <a:ext cx="5018400" cy="4316516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  <a:lvl6pPr>
              <a:defRPr>
                <a:solidFill>
                  <a:schemeClr val="accent1"/>
                </a:solidFill>
              </a:defRPr>
            </a:lvl6pPr>
            <a:lvl7pPr>
              <a:defRPr>
                <a:solidFill>
                  <a:schemeClr val="accent1"/>
                </a:solidFill>
              </a:defRPr>
            </a:lvl7pPr>
            <a:lvl8pPr>
              <a:defRPr>
                <a:solidFill>
                  <a:schemeClr val="accent1"/>
                </a:solidFill>
              </a:defRPr>
            </a:lvl8pPr>
            <a:lvl9pPr>
              <a:defRPr>
                <a:solidFill>
                  <a:schemeClr val="accent1"/>
                </a:solidFill>
              </a:defRPr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  <a:endParaRPr lang="en-GB" dirty="0"/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76FE3FB9-ADAA-4278-97B4-7AE30B2DA01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31200" y="1735085"/>
            <a:ext cx="5018400" cy="430699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  <a:endParaRPr lang="en-GB" dirty="0"/>
          </a:p>
        </p:txBody>
      </p:sp>
      <p:sp>
        <p:nvSpPr>
          <p:cNvPr id="13" name="Text Placeholder 51">
            <a:extLst>
              <a:ext uri="{FF2B5EF4-FFF2-40B4-BE49-F238E27FC236}">
                <a16:creationId xmlns:a16="http://schemas.microsoft.com/office/drawing/2014/main" id="{D5351953-1134-42DD-AF00-B4B22DEFC1E8}"/>
              </a:ext>
            </a:extLst>
          </p:cNvPr>
          <p:cNvSpPr>
            <a:spLocks noGrp="1" noChangeAspect="1"/>
          </p:cNvSpPr>
          <p:nvPr>
            <p:ph type="body" sz="quarter" idx="22" hasCustomPrompt="1"/>
          </p:nvPr>
        </p:nvSpPr>
        <p:spPr>
          <a:xfrm>
            <a:off x="10893600" y="6350400"/>
            <a:ext cx="756000" cy="322875"/>
          </a:xfrm>
          <a:custGeom>
            <a:avLst/>
            <a:gdLst>
              <a:gd name="connsiteX0" fmla="*/ 4835251 w 9270620"/>
              <a:gd name="connsiteY0" fmla="*/ 2948180 h 3959325"/>
              <a:gd name="connsiteX1" fmla="*/ 4835251 w 9270620"/>
              <a:gd name="connsiteY1" fmla="*/ 3779899 h 3959325"/>
              <a:gd name="connsiteX2" fmla="*/ 5282830 w 9270620"/>
              <a:gd name="connsiteY2" fmla="*/ 3779899 h 3959325"/>
              <a:gd name="connsiteX3" fmla="*/ 5590803 w 9270620"/>
              <a:gd name="connsiteY3" fmla="*/ 3686324 h 3959325"/>
              <a:gd name="connsiteX4" fmla="*/ 5693918 w 9270620"/>
              <a:gd name="connsiteY4" fmla="*/ 3399093 h 3959325"/>
              <a:gd name="connsiteX5" fmla="*/ 5693918 w 9270620"/>
              <a:gd name="connsiteY5" fmla="*/ 3329139 h 3959325"/>
              <a:gd name="connsiteX6" fmla="*/ 5590803 w 9270620"/>
              <a:gd name="connsiteY6" fmla="*/ 3039484 h 3959325"/>
              <a:gd name="connsiteX7" fmla="*/ 5282830 w 9270620"/>
              <a:gd name="connsiteY7" fmla="*/ 2948180 h 3959325"/>
              <a:gd name="connsiteX8" fmla="*/ 7923941 w 9270620"/>
              <a:gd name="connsiteY8" fmla="*/ 2768907 h 3959325"/>
              <a:gd name="connsiteX9" fmla="*/ 8147729 w 9270620"/>
              <a:gd name="connsiteY9" fmla="*/ 2768907 h 3959325"/>
              <a:gd name="connsiteX10" fmla="*/ 8603334 w 9270620"/>
              <a:gd name="connsiteY10" fmla="*/ 3699197 h 3959325"/>
              <a:gd name="connsiteX11" fmla="*/ 9058787 w 9270620"/>
              <a:gd name="connsiteY11" fmla="*/ 2768907 h 3959325"/>
              <a:gd name="connsiteX12" fmla="*/ 9269858 w 9270620"/>
              <a:gd name="connsiteY12" fmla="*/ 2768907 h 3959325"/>
              <a:gd name="connsiteX13" fmla="*/ 8674651 w 9270620"/>
              <a:gd name="connsiteY13" fmla="*/ 3959325 h 3959325"/>
              <a:gd name="connsiteX14" fmla="*/ 8520664 w 9270620"/>
              <a:gd name="connsiteY14" fmla="*/ 3959325 h 3959325"/>
              <a:gd name="connsiteX15" fmla="*/ 6265204 w 9270620"/>
              <a:gd name="connsiteY15" fmla="*/ 2768907 h 3959325"/>
              <a:gd name="connsiteX16" fmla="*/ 6349390 w 9270620"/>
              <a:gd name="connsiteY16" fmla="*/ 2768907 h 3959325"/>
              <a:gd name="connsiteX17" fmla="*/ 6458862 w 9270620"/>
              <a:gd name="connsiteY17" fmla="*/ 2768907 h 3959325"/>
              <a:gd name="connsiteX18" fmla="*/ 7379459 w 9270620"/>
              <a:gd name="connsiteY18" fmla="*/ 3699197 h 3959325"/>
              <a:gd name="connsiteX19" fmla="*/ 7379459 w 9270620"/>
              <a:gd name="connsiteY19" fmla="*/ 2768907 h 3959325"/>
              <a:gd name="connsiteX20" fmla="*/ 7574783 w 9270620"/>
              <a:gd name="connsiteY20" fmla="*/ 2768907 h 3959325"/>
              <a:gd name="connsiteX21" fmla="*/ 7574783 w 9270620"/>
              <a:gd name="connsiteY21" fmla="*/ 3959325 h 3959325"/>
              <a:gd name="connsiteX22" fmla="*/ 7379459 w 9270620"/>
              <a:gd name="connsiteY22" fmla="*/ 3959325 h 3959325"/>
              <a:gd name="connsiteX23" fmla="*/ 6458862 w 9270620"/>
              <a:gd name="connsiteY23" fmla="*/ 3030248 h 3959325"/>
              <a:gd name="connsiteX24" fmla="*/ 6458862 w 9270620"/>
              <a:gd name="connsiteY24" fmla="*/ 3959325 h 3959325"/>
              <a:gd name="connsiteX25" fmla="*/ 6265204 w 9270620"/>
              <a:gd name="connsiteY25" fmla="*/ 3959325 h 3959325"/>
              <a:gd name="connsiteX26" fmla="*/ 4636746 w 9270620"/>
              <a:gd name="connsiteY26" fmla="*/ 2768907 h 3959325"/>
              <a:gd name="connsiteX27" fmla="*/ 4725625 w 9270620"/>
              <a:gd name="connsiteY27" fmla="*/ 2768907 h 3959325"/>
              <a:gd name="connsiteX28" fmla="*/ 4835098 w 9270620"/>
              <a:gd name="connsiteY28" fmla="*/ 2768907 h 3959325"/>
              <a:gd name="connsiteX29" fmla="*/ 5281164 w 9270620"/>
              <a:gd name="connsiteY29" fmla="*/ 2768907 h 3959325"/>
              <a:gd name="connsiteX30" fmla="*/ 5606551 w 9270620"/>
              <a:gd name="connsiteY30" fmla="*/ 2830078 h 3959325"/>
              <a:gd name="connsiteX31" fmla="*/ 5816110 w 9270620"/>
              <a:gd name="connsiteY31" fmla="*/ 3014048 h 3959325"/>
              <a:gd name="connsiteX32" fmla="*/ 5889091 w 9270620"/>
              <a:gd name="connsiteY32" fmla="*/ 3322781 h 3959325"/>
              <a:gd name="connsiteX33" fmla="*/ 5889091 w 9270620"/>
              <a:gd name="connsiteY33" fmla="*/ 3405301 h 3959325"/>
              <a:gd name="connsiteX34" fmla="*/ 5816110 w 9270620"/>
              <a:gd name="connsiteY34" fmla="*/ 3714035 h 3959325"/>
              <a:gd name="connsiteX35" fmla="*/ 5606551 w 9270620"/>
              <a:gd name="connsiteY35" fmla="*/ 3898154 h 3959325"/>
              <a:gd name="connsiteX36" fmla="*/ 5281164 w 9270620"/>
              <a:gd name="connsiteY36" fmla="*/ 3959325 h 3959325"/>
              <a:gd name="connsiteX37" fmla="*/ 4835098 w 9270620"/>
              <a:gd name="connsiteY37" fmla="*/ 3959325 h 3959325"/>
              <a:gd name="connsiteX38" fmla="*/ 4725625 w 9270620"/>
              <a:gd name="connsiteY38" fmla="*/ 3959325 h 3959325"/>
              <a:gd name="connsiteX39" fmla="*/ 4636746 w 9270620"/>
              <a:gd name="connsiteY39" fmla="*/ 3959325 h 3959325"/>
              <a:gd name="connsiteX40" fmla="*/ 0 w 9270620"/>
              <a:gd name="connsiteY40" fmla="*/ 1844070 h 3959325"/>
              <a:gd name="connsiteX41" fmla="*/ 9270620 w 9270620"/>
              <a:gd name="connsiteY41" fmla="*/ 1844070 h 3959325"/>
              <a:gd name="connsiteX42" fmla="*/ 9270620 w 9270620"/>
              <a:gd name="connsiteY42" fmla="*/ 2212762 h 3959325"/>
              <a:gd name="connsiteX43" fmla="*/ 0 w 9270620"/>
              <a:gd name="connsiteY43" fmla="*/ 2212762 h 3959325"/>
              <a:gd name="connsiteX44" fmla="*/ 0 w 9270620"/>
              <a:gd name="connsiteY44" fmla="*/ 1475528 h 3959325"/>
              <a:gd name="connsiteX45" fmla="*/ 9270620 w 9270620"/>
              <a:gd name="connsiteY45" fmla="*/ 1475528 h 3959325"/>
              <a:gd name="connsiteX46" fmla="*/ 9270620 w 9270620"/>
              <a:gd name="connsiteY46" fmla="*/ 1660101 h 3959325"/>
              <a:gd name="connsiteX47" fmla="*/ 0 w 9270620"/>
              <a:gd name="connsiteY47" fmla="*/ 1660101 h 3959325"/>
              <a:gd name="connsiteX48" fmla="*/ 0 w 9270620"/>
              <a:gd name="connsiteY48" fmla="*/ 0 h 3959325"/>
              <a:gd name="connsiteX49" fmla="*/ 9270620 w 9270620"/>
              <a:gd name="connsiteY49" fmla="*/ 0 h 3959325"/>
              <a:gd name="connsiteX50" fmla="*/ 9270620 w 9270620"/>
              <a:gd name="connsiteY50" fmla="*/ 1106839 h 3959325"/>
              <a:gd name="connsiteX51" fmla="*/ 0 w 9270620"/>
              <a:gd name="connsiteY51" fmla="*/ 1106839 h 3959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9270620" h="3959325">
                <a:moveTo>
                  <a:pt x="4835251" y="2948180"/>
                </a:moveTo>
                <a:lnTo>
                  <a:pt x="4835251" y="3779899"/>
                </a:lnTo>
                <a:lnTo>
                  <a:pt x="5282830" y="3779899"/>
                </a:lnTo>
                <a:cubicBezTo>
                  <a:pt x="5419404" y="3779899"/>
                  <a:pt x="5522065" y="3748707"/>
                  <a:pt x="5590803" y="3686324"/>
                </a:cubicBezTo>
                <a:cubicBezTo>
                  <a:pt x="5659548" y="3623943"/>
                  <a:pt x="5693918" y="3528250"/>
                  <a:pt x="5693918" y="3399093"/>
                </a:cubicBezTo>
                <a:lnTo>
                  <a:pt x="5693918" y="3329139"/>
                </a:lnTo>
                <a:cubicBezTo>
                  <a:pt x="5693918" y="3196955"/>
                  <a:pt x="5659548" y="3100352"/>
                  <a:pt x="5590803" y="3039484"/>
                </a:cubicBezTo>
                <a:cubicBezTo>
                  <a:pt x="5521912" y="2978616"/>
                  <a:pt x="5419404" y="2948180"/>
                  <a:pt x="5282830" y="2948180"/>
                </a:cubicBezTo>
                <a:close/>
                <a:moveTo>
                  <a:pt x="7923941" y="2768907"/>
                </a:moveTo>
                <a:lnTo>
                  <a:pt x="8147729" y="2768907"/>
                </a:lnTo>
                <a:lnTo>
                  <a:pt x="8603334" y="3699197"/>
                </a:lnTo>
                <a:lnTo>
                  <a:pt x="9058787" y="2768907"/>
                </a:lnTo>
                <a:lnTo>
                  <a:pt x="9269858" y="2768907"/>
                </a:lnTo>
                <a:lnTo>
                  <a:pt x="8674651" y="3959325"/>
                </a:lnTo>
                <a:lnTo>
                  <a:pt x="8520664" y="3959325"/>
                </a:lnTo>
                <a:close/>
                <a:moveTo>
                  <a:pt x="6265204" y="2768907"/>
                </a:moveTo>
                <a:lnTo>
                  <a:pt x="6349390" y="2768907"/>
                </a:lnTo>
                <a:lnTo>
                  <a:pt x="6458862" y="2768907"/>
                </a:lnTo>
                <a:lnTo>
                  <a:pt x="7379459" y="3699197"/>
                </a:lnTo>
                <a:lnTo>
                  <a:pt x="7379459" y="2768907"/>
                </a:lnTo>
                <a:lnTo>
                  <a:pt x="7574783" y="2768907"/>
                </a:lnTo>
                <a:lnTo>
                  <a:pt x="7574783" y="3959325"/>
                </a:lnTo>
                <a:lnTo>
                  <a:pt x="7379459" y="3959325"/>
                </a:lnTo>
                <a:lnTo>
                  <a:pt x="6458862" y="3030248"/>
                </a:lnTo>
                <a:lnTo>
                  <a:pt x="6458862" y="3959325"/>
                </a:lnTo>
                <a:lnTo>
                  <a:pt x="6265204" y="3959325"/>
                </a:lnTo>
                <a:close/>
                <a:moveTo>
                  <a:pt x="4636746" y="2768907"/>
                </a:moveTo>
                <a:lnTo>
                  <a:pt x="4725625" y="2768907"/>
                </a:lnTo>
                <a:lnTo>
                  <a:pt x="4835098" y="2768907"/>
                </a:lnTo>
                <a:lnTo>
                  <a:pt x="5281164" y="2768907"/>
                </a:lnTo>
                <a:cubicBezTo>
                  <a:pt x="5407140" y="2768907"/>
                  <a:pt x="5515553" y="2789347"/>
                  <a:pt x="5606551" y="2830078"/>
                </a:cubicBezTo>
                <a:cubicBezTo>
                  <a:pt x="5697551" y="2870809"/>
                  <a:pt x="5767352" y="2932130"/>
                  <a:pt x="5816110" y="3014048"/>
                </a:cubicBezTo>
                <a:cubicBezTo>
                  <a:pt x="5864711" y="3096112"/>
                  <a:pt x="5889091" y="3198923"/>
                  <a:pt x="5889091" y="3322781"/>
                </a:cubicBezTo>
                <a:lnTo>
                  <a:pt x="5889091" y="3405301"/>
                </a:lnTo>
                <a:cubicBezTo>
                  <a:pt x="5889091" y="3529156"/>
                  <a:pt x="5864711" y="3631967"/>
                  <a:pt x="5816110" y="3714035"/>
                </a:cubicBezTo>
                <a:cubicBezTo>
                  <a:pt x="5767352" y="3796099"/>
                  <a:pt x="5697551" y="3857423"/>
                  <a:pt x="5606551" y="3898154"/>
                </a:cubicBezTo>
                <a:cubicBezTo>
                  <a:pt x="5515553" y="3938885"/>
                  <a:pt x="5407140" y="3959325"/>
                  <a:pt x="5281164" y="3959325"/>
                </a:cubicBezTo>
                <a:lnTo>
                  <a:pt x="4835098" y="3959325"/>
                </a:lnTo>
                <a:lnTo>
                  <a:pt x="4725625" y="3959325"/>
                </a:lnTo>
                <a:lnTo>
                  <a:pt x="4636746" y="3959325"/>
                </a:lnTo>
                <a:close/>
                <a:moveTo>
                  <a:pt x="0" y="1844070"/>
                </a:moveTo>
                <a:lnTo>
                  <a:pt x="9270620" y="1844070"/>
                </a:lnTo>
                <a:lnTo>
                  <a:pt x="9270620" y="2212762"/>
                </a:lnTo>
                <a:lnTo>
                  <a:pt x="0" y="2212762"/>
                </a:lnTo>
                <a:close/>
                <a:moveTo>
                  <a:pt x="0" y="1475528"/>
                </a:moveTo>
                <a:lnTo>
                  <a:pt x="9270620" y="1475528"/>
                </a:lnTo>
                <a:lnTo>
                  <a:pt x="9270620" y="1660101"/>
                </a:lnTo>
                <a:lnTo>
                  <a:pt x="0" y="1660101"/>
                </a:lnTo>
                <a:close/>
                <a:moveTo>
                  <a:pt x="0" y="0"/>
                </a:moveTo>
                <a:lnTo>
                  <a:pt x="9270620" y="0"/>
                </a:lnTo>
                <a:lnTo>
                  <a:pt x="9270620" y="1106839"/>
                </a:lnTo>
                <a:lnTo>
                  <a:pt x="0" y="1106839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buNone/>
              <a:defRPr sz="100">
                <a:noFill/>
              </a:defRPr>
            </a:lvl1pPr>
          </a:lstStyle>
          <a:p>
            <a:pPr lvl="0"/>
            <a:r>
              <a:rPr lang="en-GB"/>
              <a:t>.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07366-CB75-4AA8-9E5B-928B849F427C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14" name="_SD_FLD_Copyright">
            <a:extLst>
              <a:ext uri="{FF2B5EF4-FFF2-40B4-BE49-F238E27FC236}">
                <a16:creationId xmlns:a16="http://schemas.microsoft.com/office/drawing/2014/main" id="{1099F517-19A2-4C2A-9FAD-96F0B4770965}"/>
              </a:ext>
            </a:extLst>
          </p:cNvPr>
          <p:cNvSpPr txBox="1"/>
          <p:nvPr userDrawn="1"/>
        </p:nvSpPr>
        <p:spPr>
          <a:xfrm>
            <a:off x="853200" y="6440400"/>
            <a:ext cx="278923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sz="700" noProof="0">
                <a:solidFill>
                  <a:schemeClr val="accent1"/>
                </a:solidFill>
              </a:rPr>
              <a:t>DNV ©</a:t>
            </a:r>
            <a:endParaRPr lang="en-GB" sz="700" noProof="0" dirty="0">
              <a:solidFill>
                <a:schemeClr val="accent1"/>
              </a:solidFill>
            </a:endParaRPr>
          </a:p>
        </p:txBody>
      </p:sp>
      <p:sp>
        <p:nvSpPr>
          <p:cNvPr id="15" name="SD_FLD_DocumentDate">
            <a:extLst>
              <a:ext uri="{FF2B5EF4-FFF2-40B4-BE49-F238E27FC236}">
                <a16:creationId xmlns:a16="http://schemas.microsoft.com/office/drawing/2014/main" id="{5E6CBA46-0BD0-48FA-8FB9-5998CF0BE07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66400" y="6440400"/>
            <a:ext cx="1198800" cy="15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t" anchorCtr="0"/>
          <a:lstStyle/>
          <a:p>
            <a:pPr algn="ctr">
              <a:spcBef>
                <a:spcPts val="0"/>
              </a:spcBef>
            </a:pPr>
            <a:r>
              <a:rPr lang="en-GB" altLang="ja-JP" sz="700" cap="all" baseline="0">
                <a:solidFill>
                  <a:schemeClr val="accent1"/>
                </a:solidFill>
                <a:ea typeface="ＭＳ Ｐゴシック" charset="-128"/>
                <a:cs typeface="Arial" charset="0"/>
              </a:rPr>
              <a:t>24 April 2024</a:t>
            </a:r>
            <a:endParaRPr lang="en-GB" altLang="ja-JP" sz="700" cap="all" baseline="0" dirty="0">
              <a:solidFill>
                <a:schemeClr val="accent1"/>
              </a:solidFill>
              <a:ea typeface="ＭＳ Ｐゴシック" charset="-128"/>
              <a:cs typeface="Arial" charset="0"/>
            </a:endParaRPr>
          </a:p>
        </p:txBody>
      </p:sp>
      <p:sp>
        <p:nvSpPr>
          <p:cNvPr id="17" name="SD_FLD_Draft" hidden="1">
            <a:extLst>
              <a:ext uri="{FF2B5EF4-FFF2-40B4-BE49-F238E27FC236}">
                <a16:creationId xmlns:a16="http://schemas.microsoft.com/office/drawing/2014/main" id="{2B6066DB-A88B-4086-9C45-3E39F5CE6D9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243513" y="6232324"/>
            <a:ext cx="1700337" cy="208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14400" rIns="0" bIns="0" anchor="t" anchorCtr="0"/>
          <a:lstStyle/>
          <a:p>
            <a:pPr algn="ctr">
              <a:lnSpc>
                <a:spcPct val="83000"/>
              </a:lnSpc>
              <a:spcBef>
                <a:spcPts val="0"/>
              </a:spcBef>
            </a:pPr>
            <a:r>
              <a:rPr lang="en-GB" altLang="ja-JP" sz="1600" b="0" cap="all" baseline="0" dirty="0">
                <a:solidFill>
                  <a:srgbClr val="C4262E"/>
                </a:solidFill>
                <a:ea typeface="ＭＳ Ｐゴシック" charset="-128"/>
                <a:cs typeface="Arial" charset="0"/>
              </a:rPr>
              <a:t>DRAFT</a:t>
            </a:r>
          </a:p>
        </p:txBody>
      </p:sp>
      <p:sp>
        <p:nvSpPr>
          <p:cNvPr id="20" name="SD_FLD_Confidentiality">
            <a:extLst>
              <a:ext uri="{FF2B5EF4-FFF2-40B4-BE49-F238E27FC236}">
                <a16:creationId xmlns:a16="http://schemas.microsoft.com/office/drawing/2014/main" id="{055B6780-3A6A-4D5A-9826-05ABD83C2EB2}"/>
              </a:ext>
            </a:extLst>
          </p:cNvPr>
          <p:cNvSpPr/>
          <p:nvPr userDrawn="1"/>
        </p:nvSpPr>
        <p:spPr>
          <a:xfrm>
            <a:off x="7131600" y="6440400"/>
            <a:ext cx="2440800" cy="151200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0" algn="ctr" defTabSz="914400" rtl="0" eaLnBrk="1" latinLnBrk="0" hangingPunct="1">
              <a:lnSpc>
                <a:spcPct val="100000"/>
              </a:lnSpc>
              <a:spcBef>
                <a:spcPts val="0"/>
              </a:spcBef>
            </a:pPr>
            <a:endParaRPr lang="en-GB" sz="700" b="0" kern="1200" cap="all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184956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501" userDrawn="1">
          <p15:clr>
            <a:srgbClr val="F26B43"/>
          </p15:clr>
        </p15:guide>
        <p15:guide id="2" pos="4177" userDrawn="1">
          <p15:clr>
            <a:srgbClr val="F26B43"/>
          </p15:clr>
        </p15:guide>
        <p15:guide id="3" pos="3839" userDrawn="1">
          <p15:clr>
            <a:srgbClr val="F26B43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two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/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096000" cy="6861600"/>
          </a:xfrm>
          <a:blipFill>
            <a:blip r:embed="rId2"/>
            <a:stretch>
              <a:fillRect/>
            </a:stretch>
          </a:blipFill>
        </p:spPr>
        <p:txBody>
          <a:bodyPr lIns="2916000" tIns="360000" rIns="144000"/>
          <a:lstStyle>
            <a:lvl1pPr marL="0" indent="0" algn="l">
              <a:buNone/>
              <a:defRPr sz="1600" b="0">
                <a:solidFill>
                  <a:schemeClr val="accent4"/>
                </a:solidFill>
              </a:defRPr>
            </a:lvl1pPr>
          </a:lstStyle>
          <a:p>
            <a:r>
              <a:rPr lang="en-GB"/>
              <a:t>Click on picture frame to insert background picture, click on DNV-menu / Image Tools-button / Choose Insert or Paste</a:t>
            </a:r>
            <a:endParaRPr lang="en-GB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631200" y="539750"/>
            <a:ext cx="5018400" cy="936000"/>
          </a:xfrm>
        </p:spPr>
        <p:txBody>
          <a:bodyPr/>
          <a:lstStyle/>
          <a:p>
            <a:r>
              <a:rPr lang="en-GB"/>
              <a:t>Click to add title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1A0EF5A-2CB8-465D-882A-DE0FE7C6D3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0000" y="1735085"/>
            <a:ext cx="5018400" cy="43165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  <a:endParaRPr lang="en-GB" dirty="0"/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76FE3FB9-ADAA-4278-97B4-7AE30B2DA01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31200" y="1735085"/>
            <a:ext cx="5018400" cy="4306992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  <a:lvl6pPr>
              <a:defRPr>
                <a:solidFill>
                  <a:schemeClr val="accent1"/>
                </a:solidFill>
              </a:defRPr>
            </a:lvl6pPr>
            <a:lvl7pPr>
              <a:defRPr>
                <a:solidFill>
                  <a:schemeClr val="accent1"/>
                </a:solidFill>
              </a:defRPr>
            </a:lvl7pPr>
            <a:lvl8pPr>
              <a:defRPr>
                <a:solidFill>
                  <a:schemeClr val="accent1"/>
                </a:solidFill>
              </a:defRPr>
            </a:lvl8pPr>
            <a:lvl9pPr>
              <a:defRPr>
                <a:solidFill>
                  <a:schemeClr val="accent1"/>
                </a:solidFill>
              </a:defRPr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BA07366-CB75-4AA8-9E5B-928B849F427C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4" name="_SD_FLD_Copyright">
            <a:extLst>
              <a:ext uri="{FF2B5EF4-FFF2-40B4-BE49-F238E27FC236}">
                <a16:creationId xmlns:a16="http://schemas.microsoft.com/office/drawing/2014/main" id="{1099F517-19A2-4C2A-9FAD-96F0B4770965}"/>
              </a:ext>
            </a:extLst>
          </p:cNvPr>
          <p:cNvSpPr txBox="1"/>
          <p:nvPr userDrawn="1"/>
        </p:nvSpPr>
        <p:spPr>
          <a:xfrm>
            <a:off x="853200" y="6440400"/>
            <a:ext cx="278923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sz="700" noProof="0">
                <a:solidFill>
                  <a:schemeClr val="bg1"/>
                </a:solidFill>
              </a:rPr>
              <a:t>DNV ©</a:t>
            </a:r>
            <a:endParaRPr lang="en-GB" sz="700" noProof="0" dirty="0">
              <a:solidFill>
                <a:schemeClr val="bg1"/>
              </a:solidFill>
            </a:endParaRPr>
          </a:p>
        </p:txBody>
      </p:sp>
      <p:sp>
        <p:nvSpPr>
          <p:cNvPr id="15" name="SD_FLD_DocumentDate">
            <a:extLst>
              <a:ext uri="{FF2B5EF4-FFF2-40B4-BE49-F238E27FC236}">
                <a16:creationId xmlns:a16="http://schemas.microsoft.com/office/drawing/2014/main" id="{5E6CBA46-0BD0-48FA-8FB9-5998CF0BE07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66400" y="6440400"/>
            <a:ext cx="1198800" cy="15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t" anchorCtr="0"/>
          <a:lstStyle/>
          <a:p>
            <a:pPr algn="ctr">
              <a:spcBef>
                <a:spcPts val="0"/>
              </a:spcBef>
            </a:pPr>
            <a:r>
              <a:rPr lang="en-GB" altLang="ja-JP" sz="700" cap="all" baseline="0">
                <a:solidFill>
                  <a:schemeClr val="bg1"/>
                </a:solidFill>
                <a:ea typeface="ＭＳ Ｐゴシック" charset="-128"/>
                <a:cs typeface="Arial" charset="0"/>
              </a:rPr>
              <a:t>24 April 2024</a:t>
            </a:r>
            <a:endParaRPr lang="en-GB" altLang="ja-JP" sz="700" cap="all" baseline="0" dirty="0">
              <a:solidFill>
                <a:schemeClr val="bg1"/>
              </a:solidFill>
              <a:ea typeface="ＭＳ Ｐゴシック" charset="-128"/>
              <a:cs typeface="Arial" charset="0"/>
            </a:endParaRPr>
          </a:p>
        </p:txBody>
      </p:sp>
      <p:sp>
        <p:nvSpPr>
          <p:cNvPr id="17" name="SD_FLD_Draft" hidden="1">
            <a:extLst>
              <a:ext uri="{FF2B5EF4-FFF2-40B4-BE49-F238E27FC236}">
                <a16:creationId xmlns:a16="http://schemas.microsoft.com/office/drawing/2014/main" id="{2B6066DB-A88B-4086-9C45-3E39F5CE6D9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243513" y="6232324"/>
            <a:ext cx="1700337" cy="208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14400" rIns="0" bIns="0" anchor="t" anchorCtr="0"/>
          <a:lstStyle/>
          <a:p>
            <a:pPr algn="ctr">
              <a:lnSpc>
                <a:spcPct val="83000"/>
              </a:lnSpc>
              <a:spcBef>
                <a:spcPts val="0"/>
              </a:spcBef>
            </a:pPr>
            <a:r>
              <a:rPr lang="en-GB" altLang="ja-JP" sz="1600" b="0" cap="all" baseline="0" dirty="0">
                <a:solidFill>
                  <a:srgbClr val="C4262E"/>
                </a:solidFill>
                <a:ea typeface="ＭＳ Ｐゴシック" charset="-128"/>
                <a:cs typeface="Arial" charset="0"/>
              </a:rPr>
              <a:t>DRAFT</a:t>
            </a:r>
          </a:p>
        </p:txBody>
      </p:sp>
      <p:sp>
        <p:nvSpPr>
          <p:cNvPr id="20" name="SD_FLD_Confidentiality">
            <a:extLst>
              <a:ext uri="{FF2B5EF4-FFF2-40B4-BE49-F238E27FC236}">
                <a16:creationId xmlns:a16="http://schemas.microsoft.com/office/drawing/2014/main" id="{055B6780-3A6A-4D5A-9826-05ABD83C2EB2}"/>
              </a:ext>
            </a:extLst>
          </p:cNvPr>
          <p:cNvSpPr/>
          <p:nvPr userDrawn="1"/>
        </p:nvSpPr>
        <p:spPr>
          <a:xfrm>
            <a:off x="7131600" y="6440400"/>
            <a:ext cx="2440800" cy="151200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0" algn="ctr" defTabSz="914400" rtl="0" eaLnBrk="1" latinLnBrk="0" hangingPunct="1">
              <a:lnSpc>
                <a:spcPct val="100000"/>
              </a:lnSpc>
              <a:spcBef>
                <a:spcPts val="0"/>
              </a:spcBef>
            </a:pPr>
            <a:endParaRPr lang="en-GB" sz="700" b="0" kern="1200" cap="all" baseline="0" dirty="0">
              <a:solidFill>
                <a:schemeClr val="accent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001168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501" userDrawn="1">
          <p15:clr>
            <a:srgbClr val="F26B43"/>
          </p15:clr>
        </p15:guide>
        <p15:guide id="2" pos="4177" userDrawn="1">
          <p15:clr>
            <a:srgbClr val="F26B43"/>
          </p15:clr>
        </p15:guide>
        <p15:guide id="3" pos="3840" userDrawn="1">
          <p15:clr>
            <a:srgbClr val="F26B43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text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E5A94F9-752C-4C17-A881-9EC3D1BFC081}"/>
              </a:ext>
            </a:extLst>
          </p:cNvPr>
          <p:cNvSpPr/>
          <p:nvPr userDrawn="1"/>
        </p:nvSpPr>
        <p:spPr bwMode="ltGray">
          <a:xfrm>
            <a:off x="6096000" y="0"/>
            <a:ext cx="6100761" cy="6861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 noProof="0" dirty="0"/>
          </a:p>
        </p:txBody>
      </p:sp>
      <p:grpSp>
        <p:nvGrpSpPr>
          <p:cNvPr id="21" name="Logo">
            <a:extLst>
              <a:ext uri="{FF2B5EF4-FFF2-40B4-BE49-F238E27FC236}">
                <a16:creationId xmlns:a16="http://schemas.microsoft.com/office/drawing/2014/main" id="{26E38492-38DC-4F62-A1DB-9A97676C26A0}"/>
              </a:ext>
            </a:extLst>
          </p:cNvPr>
          <p:cNvGrpSpPr/>
          <p:nvPr userDrawn="1"/>
        </p:nvGrpSpPr>
        <p:grpSpPr>
          <a:xfrm>
            <a:off x="10893210" y="6350918"/>
            <a:ext cx="755843" cy="322808"/>
            <a:chOff x="6380216" y="4059273"/>
            <a:chExt cx="2905863" cy="1241045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9EC2D85-7D36-4AED-AD50-B03C0C97ABBA}"/>
                </a:ext>
              </a:extLst>
            </p:cNvPr>
            <p:cNvSpPr/>
            <p:nvPr/>
          </p:nvSpPr>
          <p:spPr>
            <a:xfrm>
              <a:off x="6380216" y="4059273"/>
              <a:ext cx="2905863" cy="346936"/>
            </a:xfrm>
            <a:custGeom>
              <a:avLst/>
              <a:gdLst>
                <a:gd name="connsiteX0" fmla="*/ 0 w 2905863"/>
                <a:gd name="connsiteY0" fmla="*/ 0 h 346936"/>
                <a:gd name="connsiteX1" fmla="*/ 2905864 w 2905863"/>
                <a:gd name="connsiteY1" fmla="*/ 0 h 346936"/>
                <a:gd name="connsiteX2" fmla="*/ 2905864 w 2905863"/>
                <a:gd name="connsiteY2" fmla="*/ 346937 h 346936"/>
                <a:gd name="connsiteX3" fmla="*/ 0 w 2905863"/>
                <a:gd name="connsiteY3" fmla="*/ 346937 h 346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346936">
                  <a:moveTo>
                    <a:pt x="0" y="0"/>
                  </a:moveTo>
                  <a:lnTo>
                    <a:pt x="2905864" y="0"/>
                  </a:lnTo>
                  <a:lnTo>
                    <a:pt x="2905864" y="346937"/>
                  </a:lnTo>
                  <a:lnTo>
                    <a:pt x="0" y="346937"/>
                  </a:lnTo>
                  <a:close/>
                </a:path>
              </a:pathLst>
            </a:custGeom>
            <a:grpFill/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A2EAFAB-3C70-48F7-9D3F-051715B6123C}"/>
                </a:ext>
              </a:extLst>
            </p:cNvPr>
            <p:cNvSpPr/>
            <p:nvPr/>
          </p:nvSpPr>
          <p:spPr>
            <a:xfrm>
              <a:off x="6380216" y="4521775"/>
              <a:ext cx="2905863" cy="57854"/>
            </a:xfrm>
            <a:custGeom>
              <a:avLst/>
              <a:gdLst>
                <a:gd name="connsiteX0" fmla="*/ 0 w 2905863"/>
                <a:gd name="connsiteY0" fmla="*/ 0 h 57854"/>
                <a:gd name="connsiteX1" fmla="*/ 2905864 w 2905863"/>
                <a:gd name="connsiteY1" fmla="*/ 0 h 57854"/>
                <a:gd name="connsiteX2" fmla="*/ 2905864 w 2905863"/>
                <a:gd name="connsiteY2" fmla="*/ 57854 h 57854"/>
                <a:gd name="connsiteX3" fmla="*/ 0 w 2905863"/>
                <a:gd name="connsiteY3" fmla="*/ 57854 h 57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57854">
                  <a:moveTo>
                    <a:pt x="0" y="0"/>
                  </a:moveTo>
                  <a:lnTo>
                    <a:pt x="2905864" y="0"/>
                  </a:lnTo>
                  <a:lnTo>
                    <a:pt x="2905864" y="57854"/>
                  </a:lnTo>
                  <a:lnTo>
                    <a:pt x="0" y="57854"/>
                  </a:lnTo>
                  <a:close/>
                </a:path>
              </a:pathLst>
            </a:custGeom>
            <a:grpFill/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6D310211-76A4-4411-88BA-72405A8FD557}"/>
                </a:ext>
              </a:extLst>
            </p:cNvPr>
            <p:cNvSpPr/>
            <p:nvPr/>
          </p:nvSpPr>
          <p:spPr>
            <a:xfrm>
              <a:off x="6380216" y="4637294"/>
              <a:ext cx="2905863" cy="115566"/>
            </a:xfrm>
            <a:custGeom>
              <a:avLst/>
              <a:gdLst>
                <a:gd name="connsiteX0" fmla="*/ 0 w 2905863"/>
                <a:gd name="connsiteY0" fmla="*/ 0 h 115566"/>
                <a:gd name="connsiteX1" fmla="*/ 2905864 w 2905863"/>
                <a:gd name="connsiteY1" fmla="*/ 0 h 115566"/>
                <a:gd name="connsiteX2" fmla="*/ 2905864 w 2905863"/>
                <a:gd name="connsiteY2" fmla="*/ 115566 h 115566"/>
                <a:gd name="connsiteX3" fmla="*/ 0 w 2905863"/>
                <a:gd name="connsiteY3" fmla="*/ 115566 h 115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115566">
                  <a:moveTo>
                    <a:pt x="0" y="0"/>
                  </a:moveTo>
                  <a:lnTo>
                    <a:pt x="2905864" y="0"/>
                  </a:lnTo>
                  <a:lnTo>
                    <a:pt x="2905864" y="115566"/>
                  </a:lnTo>
                  <a:lnTo>
                    <a:pt x="0" y="115566"/>
                  </a:lnTo>
                  <a:close/>
                </a:path>
              </a:pathLst>
            </a:custGeom>
            <a:grpFill/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3CAD2A2-AFBE-49CC-AAB3-10D0B317330B}"/>
                </a:ext>
              </a:extLst>
            </p:cNvPr>
            <p:cNvSpPr/>
            <p:nvPr/>
          </p:nvSpPr>
          <p:spPr>
            <a:xfrm>
              <a:off x="7833598" y="4927183"/>
              <a:ext cx="392545" cy="373134"/>
            </a:xfrm>
            <a:custGeom>
              <a:avLst/>
              <a:gdLst>
                <a:gd name="connsiteX0" fmla="*/ 303984 w 392545"/>
                <a:gd name="connsiteY0" fmla="*/ 19174 h 373134"/>
                <a:gd name="connsiteX1" fmla="*/ 201992 w 392545"/>
                <a:gd name="connsiteY1" fmla="*/ 0 h 373134"/>
                <a:gd name="connsiteX2" fmla="*/ 62173 w 392545"/>
                <a:gd name="connsiteY2" fmla="*/ 0 h 373134"/>
                <a:gd name="connsiteX3" fmla="*/ 27859 w 392545"/>
                <a:gd name="connsiteY3" fmla="*/ 0 h 373134"/>
                <a:gd name="connsiteX4" fmla="*/ 0 w 392545"/>
                <a:gd name="connsiteY4" fmla="*/ 0 h 373134"/>
                <a:gd name="connsiteX5" fmla="*/ 0 w 392545"/>
                <a:gd name="connsiteY5" fmla="*/ 373135 h 373134"/>
                <a:gd name="connsiteX6" fmla="*/ 27859 w 392545"/>
                <a:gd name="connsiteY6" fmla="*/ 373135 h 373134"/>
                <a:gd name="connsiteX7" fmla="*/ 62173 w 392545"/>
                <a:gd name="connsiteY7" fmla="*/ 373135 h 373134"/>
                <a:gd name="connsiteX8" fmla="*/ 201992 w 392545"/>
                <a:gd name="connsiteY8" fmla="*/ 373135 h 373134"/>
                <a:gd name="connsiteX9" fmla="*/ 303984 w 392545"/>
                <a:gd name="connsiteY9" fmla="*/ 353961 h 373134"/>
                <a:gd name="connsiteX10" fmla="*/ 369670 w 392545"/>
                <a:gd name="connsiteY10" fmla="*/ 296249 h 373134"/>
                <a:gd name="connsiteX11" fmla="*/ 392546 w 392545"/>
                <a:gd name="connsiteY11" fmla="*/ 199477 h 373134"/>
                <a:gd name="connsiteX12" fmla="*/ 392546 w 392545"/>
                <a:gd name="connsiteY12" fmla="*/ 173611 h 373134"/>
                <a:gd name="connsiteX13" fmla="*/ 369670 w 392545"/>
                <a:gd name="connsiteY13" fmla="*/ 76839 h 373134"/>
                <a:gd name="connsiteX14" fmla="*/ 303984 w 392545"/>
                <a:gd name="connsiteY14" fmla="*/ 19174 h 373134"/>
                <a:gd name="connsiteX15" fmla="*/ 331369 w 392545"/>
                <a:gd name="connsiteY15" fmla="*/ 197531 h 373134"/>
                <a:gd name="connsiteX16" fmla="*/ 299048 w 392545"/>
                <a:gd name="connsiteY16" fmla="*/ 287563 h 373134"/>
                <a:gd name="connsiteX17" fmla="*/ 202514 w 392545"/>
                <a:gd name="connsiteY17" fmla="*/ 316894 h 373134"/>
                <a:gd name="connsiteX18" fmla="*/ 62221 w 392545"/>
                <a:gd name="connsiteY18" fmla="*/ 316894 h 373134"/>
                <a:gd name="connsiteX19" fmla="*/ 62221 w 392545"/>
                <a:gd name="connsiteY19" fmla="*/ 56193 h 373134"/>
                <a:gd name="connsiteX20" fmla="*/ 202514 w 392545"/>
                <a:gd name="connsiteY20" fmla="*/ 56193 h 373134"/>
                <a:gd name="connsiteX21" fmla="*/ 299048 w 392545"/>
                <a:gd name="connsiteY21" fmla="*/ 84812 h 373134"/>
                <a:gd name="connsiteX22" fmla="*/ 331369 w 392545"/>
                <a:gd name="connsiteY22" fmla="*/ 175604 h 373134"/>
                <a:gd name="connsiteX23" fmla="*/ 331369 w 392545"/>
                <a:gd name="connsiteY23" fmla="*/ 197531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92545" h="373134">
                  <a:moveTo>
                    <a:pt x="303984" y="19174"/>
                  </a:moveTo>
                  <a:cubicBezTo>
                    <a:pt x="275461" y="6407"/>
                    <a:pt x="241479" y="0"/>
                    <a:pt x="201992" y="0"/>
                  </a:cubicBezTo>
                  <a:lnTo>
                    <a:pt x="62173" y="0"/>
                  </a:lnTo>
                  <a:lnTo>
                    <a:pt x="27859" y="0"/>
                  </a:lnTo>
                  <a:lnTo>
                    <a:pt x="0" y="0"/>
                  </a:lnTo>
                  <a:lnTo>
                    <a:pt x="0" y="373135"/>
                  </a:lnTo>
                  <a:lnTo>
                    <a:pt x="27859" y="373135"/>
                  </a:lnTo>
                  <a:lnTo>
                    <a:pt x="62173" y="373135"/>
                  </a:lnTo>
                  <a:lnTo>
                    <a:pt x="201992" y="373135"/>
                  </a:lnTo>
                  <a:cubicBezTo>
                    <a:pt x="241479" y="373135"/>
                    <a:pt x="275461" y="366728"/>
                    <a:pt x="303984" y="353961"/>
                  </a:cubicBezTo>
                  <a:cubicBezTo>
                    <a:pt x="332508" y="341194"/>
                    <a:pt x="354387" y="321972"/>
                    <a:pt x="369670" y="296249"/>
                  </a:cubicBezTo>
                  <a:cubicBezTo>
                    <a:pt x="384904" y="270525"/>
                    <a:pt x="392546" y="238299"/>
                    <a:pt x="392546" y="199477"/>
                  </a:cubicBezTo>
                  <a:lnTo>
                    <a:pt x="392546" y="173611"/>
                  </a:lnTo>
                  <a:cubicBezTo>
                    <a:pt x="392546" y="134788"/>
                    <a:pt x="384904" y="102562"/>
                    <a:pt x="369670" y="76839"/>
                  </a:cubicBezTo>
                  <a:cubicBezTo>
                    <a:pt x="354387" y="51162"/>
                    <a:pt x="332508" y="31941"/>
                    <a:pt x="303984" y="19174"/>
                  </a:cubicBezTo>
                  <a:close/>
                  <a:moveTo>
                    <a:pt x="331369" y="197531"/>
                  </a:moveTo>
                  <a:cubicBezTo>
                    <a:pt x="331369" y="238015"/>
                    <a:pt x="320596" y="268010"/>
                    <a:pt x="299048" y="287563"/>
                  </a:cubicBezTo>
                  <a:cubicBezTo>
                    <a:pt x="277502" y="307117"/>
                    <a:pt x="245323" y="316894"/>
                    <a:pt x="202514" y="316894"/>
                  </a:cubicBezTo>
                  <a:lnTo>
                    <a:pt x="62221" y="316894"/>
                  </a:lnTo>
                  <a:lnTo>
                    <a:pt x="62221" y="56193"/>
                  </a:lnTo>
                  <a:lnTo>
                    <a:pt x="202514" y="56193"/>
                  </a:lnTo>
                  <a:cubicBezTo>
                    <a:pt x="245323" y="56193"/>
                    <a:pt x="277454" y="65733"/>
                    <a:pt x="299048" y="84812"/>
                  </a:cubicBezTo>
                  <a:cubicBezTo>
                    <a:pt x="320596" y="103891"/>
                    <a:pt x="331369" y="134171"/>
                    <a:pt x="331369" y="175604"/>
                  </a:cubicBezTo>
                  <a:lnTo>
                    <a:pt x="331369" y="197531"/>
                  </a:lnTo>
                  <a:close/>
                </a:path>
              </a:pathLst>
            </a:custGeom>
            <a:grpFill/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986E3357-ACD2-4FEB-A799-CCA900A77E5A}"/>
                </a:ext>
              </a:extLst>
            </p:cNvPr>
            <p:cNvSpPr/>
            <p:nvPr/>
          </p:nvSpPr>
          <p:spPr>
            <a:xfrm>
              <a:off x="8344036" y="4927183"/>
              <a:ext cx="410485" cy="373134"/>
            </a:xfrm>
            <a:custGeom>
              <a:avLst/>
              <a:gdLst>
                <a:gd name="connsiteX0" fmla="*/ 349262 w 410485"/>
                <a:gd name="connsiteY0" fmla="*/ 291598 h 373134"/>
                <a:gd name="connsiteX1" fmla="*/ 60702 w 410485"/>
                <a:gd name="connsiteY1" fmla="*/ 0 h 373134"/>
                <a:gd name="connsiteX2" fmla="*/ 26388 w 410485"/>
                <a:gd name="connsiteY2" fmla="*/ 0 h 373134"/>
                <a:gd name="connsiteX3" fmla="*/ 0 w 410485"/>
                <a:gd name="connsiteY3" fmla="*/ 0 h 373134"/>
                <a:gd name="connsiteX4" fmla="*/ 0 w 410485"/>
                <a:gd name="connsiteY4" fmla="*/ 373135 h 373134"/>
                <a:gd name="connsiteX5" fmla="*/ 60702 w 410485"/>
                <a:gd name="connsiteY5" fmla="*/ 373135 h 373134"/>
                <a:gd name="connsiteX6" fmla="*/ 60702 w 410485"/>
                <a:gd name="connsiteY6" fmla="*/ 81917 h 373134"/>
                <a:gd name="connsiteX7" fmla="*/ 349262 w 410485"/>
                <a:gd name="connsiteY7" fmla="*/ 373135 h 373134"/>
                <a:gd name="connsiteX8" fmla="*/ 410486 w 410485"/>
                <a:gd name="connsiteY8" fmla="*/ 373135 h 373134"/>
                <a:gd name="connsiteX9" fmla="*/ 410486 w 410485"/>
                <a:gd name="connsiteY9" fmla="*/ 0 h 373134"/>
                <a:gd name="connsiteX10" fmla="*/ 349262 w 410485"/>
                <a:gd name="connsiteY10" fmla="*/ 0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0485" h="373134">
                  <a:moveTo>
                    <a:pt x="349262" y="291598"/>
                  </a:moveTo>
                  <a:lnTo>
                    <a:pt x="60702" y="0"/>
                  </a:lnTo>
                  <a:lnTo>
                    <a:pt x="26388" y="0"/>
                  </a:lnTo>
                  <a:lnTo>
                    <a:pt x="0" y="0"/>
                  </a:lnTo>
                  <a:lnTo>
                    <a:pt x="0" y="373135"/>
                  </a:lnTo>
                  <a:lnTo>
                    <a:pt x="60702" y="373135"/>
                  </a:lnTo>
                  <a:lnTo>
                    <a:pt x="60702" y="81917"/>
                  </a:lnTo>
                  <a:lnTo>
                    <a:pt x="349262" y="373135"/>
                  </a:lnTo>
                  <a:lnTo>
                    <a:pt x="410486" y="373135"/>
                  </a:lnTo>
                  <a:lnTo>
                    <a:pt x="410486" y="0"/>
                  </a:lnTo>
                  <a:lnTo>
                    <a:pt x="349262" y="0"/>
                  </a:lnTo>
                  <a:close/>
                </a:path>
              </a:pathLst>
            </a:custGeom>
            <a:grpFill/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0A32E6E2-28C5-4015-AD5C-7B36FECA67F8}"/>
                </a:ext>
              </a:extLst>
            </p:cNvPr>
            <p:cNvSpPr/>
            <p:nvPr/>
          </p:nvSpPr>
          <p:spPr>
            <a:xfrm>
              <a:off x="8863965" y="4927183"/>
              <a:ext cx="421876" cy="373134"/>
            </a:xfrm>
            <a:custGeom>
              <a:avLst/>
              <a:gdLst>
                <a:gd name="connsiteX0" fmla="*/ 355716 w 421876"/>
                <a:gd name="connsiteY0" fmla="*/ 0 h 373134"/>
                <a:gd name="connsiteX1" fmla="*/ 212955 w 421876"/>
                <a:gd name="connsiteY1" fmla="*/ 291598 h 373134"/>
                <a:gd name="connsiteX2" fmla="*/ 70146 w 421876"/>
                <a:gd name="connsiteY2" fmla="*/ 0 h 373134"/>
                <a:gd name="connsiteX3" fmla="*/ 0 w 421876"/>
                <a:gd name="connsiteY3" fmla="*/ 0 h 373134"/>
                <a:gd name="connsiteX4" fmla="*/ 187042 w 421876"/>
                <a:gd name="connsiteY4" fmla="*/ 373135 h 373134"/>
                <a:gd name="connsiteX5" fmla="*/ 235309 w 421876"/>
                <a:gd name="connsiteY5" fmla="*/ 373135 h 373134"/>
                <a:gd name="connsiteX6" fmla="*/ 421876 w 421876"/>
                <a:gd name="connsiteY6" fmla="*/ 0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21876" h="373134">
                  <a:moveTo>
                    <a:pt x="355716" y="0"/>
                  </a:moveTo>
                  <a:lnTo>
                    <a:pt x="212955" y="291598"/>
                  </a:lnTo>
                  <a:lnTo>
                    <a:pt x="70146" y="0"/>
                  </a:lnTo>
                  <a:lnTo>
                    <a:pt x="0" y="0"/>
                  </a:lnTo>
                  <a:lnTo>
                    <a:pt x="187042" y="373135"/>
                  </a:lnTo>
                  <a:lnTo>
                    <a:pt x="235309" y="373135"/>
                  </a:lnTo>
                  <a:lnTo>
                    <a:pt x="421876" y="0"/>
                  </a:lnTo>
                  <a:close/>
                </a:path>
              </a:pathLst>
            </a:custGeom>
            <a:grpFill/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39751" y="539750"/>
            <a:ext cx="5018400" cy="936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add title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7FF2DD87-B8CA-45C0-BA1C-B49C8E22756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9998" y="1735085"/>
            <a:ext cx="5018400" cy="4311704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  <a:lvl6pPr>
              <a:defRPr>
                <a:solidFill>
                  <a:schemeClr val="accent1"/>
                </a:solidFill>
              </a:defRPr>
            </a:lvl6pPr>
            <a:lvl7pPr>
              <a:defRPr>
                <a:solidFill>
                  <a:schemeClr val="accent1"/>
                </a:solidFill>
              </a:defRPr>
            </a:lvl7pPr>
            <a:lvl8pPr>
              <a:defRPr>
                <a:solidFill>
                  <a:schemeClr val="accent1"/>
                </a:solidFill>
              </a:defRPr>
            </a:lvl8pPr>
            <a:lvl9pPr>
              <a:defRPr>
                <a:solidFill>
                  <a:schemeClr val="accent1"/>
                </a:solidFill>
              </a:defRPr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  <a:endParaRPr lang="en-GB" dirty="0"/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EDAF23F1-B8C0-484A-B65F-256F7805880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31200" y="539751"/>
            <a:ext cx="5018400" cy="936000"/>
          </a:xfrm>
        </p:spPr>
        <p:txBody>
          <a:bodyPr/>
          <a:lstStyle>
            <a:lvl1pPr marL="0" indent="0">
              <a:lnSpc>
                <a:spcPct val="83000"/>
              </a:lnSpc>
              <a:spcBef>
                <a:spcPts val="0"/>
              </a:spcBef>
              <a:buFontTx/>
              <a:buNone/>
              <a:defRPr sz="3600" b="0">
                <a:solidFill>
                  <a:schemeClr val="bg1"/>
                </a:solidFill>
              </a:defRPr>
            </a:lvl1pPr>
            <a:lvl2pPr marL="0" indent="0">
              <a:lnSpc>
                <a:spcPct val="83000"/>
              </a:lnSpc>
              <a:spcBef>
                <a:spcPts val="0"/>
              </a:spcBef>
              <a:buFontTx/>
              <a:buNone/>
              <a:defRPr sz="3600" b="0">
                <a:solidFill>
                  <a:schemeClr val="bg1"/>
                </a:solidFill>
              </a:defRPr>
            </a:lvl2pPr>
            <a:lvl3pPr marL="0" indent="0">
              <a:lnSpc>
                <a:spcPct val="83000"/>
              </a:lnSpc>
              <a:spcBef>
                <a:spcPts val="0"/>
              </a:spcBef>
              <a:buFontTx/>
              <a:buNone/>
              <a:defRPr sz="3600" b="0">
                <a:solidFill>
                  <a:schemeClr val="bg1"/>
                </a:solidFill>
              </a:defRPr>
            </a:lvl3pPr>
            <a:lvl4pPr marL="0" indent="0">
              <a:lnSpc>
                <a:spcPct val="83000"/>
              </a:lnSpc>
              <a:spcBef>
                <a:spcPts val="0"/>
              </a:spcBef>
              <a:buFontTx/>
              <a:buNone/>
              <a:defRPr sz="3600" b="0">
                <a:solidFill>
                  <a:schemeClr val="bg1"/>
                </a:solidFill>
              </a:defRPr>
            </a:lvl4pPr>
            <a:lvl5pPr marL="0" indent="0">
              <a:lnSpc>
                <a:spcPct val="83000"/>
              </a:lnSpc>
              <a:spcBef>
                <a:spcPts val="0"/>
              </a:spcBef>
              <a:buFontTx/>
              <a:buNone/>
              <a:defRPr sz="3600" b="0">
                <a:solidFill>
                  <a:schemeClr val="bg1"/>
                </a:solidFill>
              </a:defRPr>
            </a:lvl5pPr>
            <a:lvl6pPr marL="0" indent="0">
              <a:lnSpc>
                <a:spcPct val="83000"/>
              </a:lnSpc>
              <a:spcBef>
                <a:spcPts val="0"/>
              </a:spcBef>
              <a:buFontTx/>
              <a:buNone/>
              <a:defRPr sz="3600" b="0">
                <a:solidFill>
                  <a:schemeClr val="bg1"/>
                </a:solidFill>
              </a:defRPr>
            </a:lvl6pPr>
            <a:lvl7pPr marL="0" indent="0">
              <a:lnSpc>
                <a:spcPct val="83000"/>
              </a:lnSpc>
              <a:spcBef>
                <a:spcPts val="0"/>
              </a:spcBef>
              <a:buFontTx/>
              <a:buNone/>
              <a:defRPr sz="3600" b="0">
                <a:solidFill>
                  <a:schemeClr val="bg1"/>
                </a:solidFill>
              </a:defRPr>
            </a:lvl7pPr>
            <a:lvl8pPr marL="0" indent="0">
              <a:lnSpc>
                <a:spcPct val="83000"/>
              </a:lnSpc>
              <a:spcBef>
                <a:spcPts val="0"/>
              </a:spcBef>
              <a:buFontTx/>
              <a:buNone/>
              <a:defRPr sz="3600" b="0">
                <a:solidFill>
                  <a:schemeClr val="bg1"/>
                </a:solidFill>
              </a:defRPr>
            </a:lvl8pPr>
            <a:lvl9pPr marL="0" indent="0">
              <a:lnSpc>
                <a:spcPct val="83000"/>
              </a:lnSpc>
              <a:buFontTx/>
              <a:buNone/>
              <a:defRPr sz="36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  <a:p>
            <a:pPr lvl="1"/>
            <a:endParaRPr lang="en-GB" dirty="0"/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12B098D5-A529-4245-95A8-157EA2D1897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31200" y="1735085"/>
            <a:ext cx="5018400" cy="430699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07366-CB75-4AA8-9E5B-928B849F427C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14" name="_SD_FLD_Copyright">
            <a:extLst>
              <a:ext uri="{FF2B5EF4-FFF2-40B4-BE49-F238E27FC236}">
                <a16:creationId xmlns:a16="http://schemas.microsoft.com/office/drawing/2014/main" id="{1099F517-19A2-4C2A-9FAD-96F0B4770965}"/>
              </a:ext>
            </a:extLst>
          </p:cNvPr>
          <p:cNvSpPr txBox="1"/>
          <p:nvPr userDrawn="1"/>
        </p:nvSpPr>
        <p:spPr>
          <a:xfrm>
            <a:off x="853200" y="6440400"/>
            <a:ext cx="278923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sz="700" noProof="0">
                <a:solidFill>
                  <a:schemeClr val="accent1"/>
                </a:solidFill>
              </a:rPr>
              <a:t>DNV ©</a:t>
            </a:r>
            <a:endParaRPr lang="en-GB" sz="700" noProof="0" dirty="0">
              <a:solidFill>
                <a:schemeClr val="accent1"/>
              </a:solidFill>
            </a:endParaRPr>
          </a:p>
        </p:txBody>
      </p:sp>
      <p:sp>
        <p:nvSpPr>
          <p:cNvPr id="15" name="SD_FLD_DocumentDate">
            <a:extLst>
              <a:ext uri="{FF2B5EF4-FFF2-40B4-BE49-F238E27FC236}">
                <a16:creationId xmlns:a16="http://schemas.microsoft.com/office/drawing/2014/main" id="{5E6CBA46-0BD0-48FA-8FB9-5998CF0BE07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66400" y="6440400"/>
            <a:ext cx="1198800" cy="15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t" anchorCtr="0"/>
          <a:lstStyle/>
          <a:p>
            <a:pPr algn="ctr">
              <a:spcBef>
                <a:spcPts val="0"/>
              </a:spcBef>
            </a:pPr>
            <a:r>
              <a:rPr lang="en-GB" altLang="ja-JP" sz="700" cap="all" baseline="0">
                <a:solidFill>
                  <a:schemeClr val="accent1"/>
                </a:solidFill>
                <a:ea typeface="ＭＳ Ｐゴシック" charset="-128"/>
                <a:cs typeface="Arial" charset="0"/>
              </a:rPr>
              <a:t>24 April 2024</a:t>
            </a:r>
            <a:endParaRPr lang="en-GB" altLang="ja-JP" sz="700" cap="all" baseline="0" dirty="0">
              <a:solidFill>
                <a:schemeClr val="accent1"/>
              </a:solidFill>
              <a:ea typeface="ＭＳ Ｐゴシック" charset="-128"/>
              <a:cs typeface="Arial" charset="0"/>
            </a:endParaRPr>
          </a:p>
        </p:txBody>
      </p:sp>
      <p:sp>
        <p:nvSpPr>
          <p:cNvPr id="28" name="SD_FLD_Draft" hidden="1">
            <a:extLst>
              <a:ext uri="{FF2B5EF4-FFF2-40B4-BE49-F238E27FC236}">
                <a16:creationId xmlns:a16="http://schemas.microsoft.com/office/drawing/2014/main" id="{5DD1835E-D50E-44DD-A77D-BAA84197440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243513" y="6232324"/>
            <a:ext cx="1700337" cy="208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14400" rIns="0" bIns="0" anchor="t" anchorCtr="0"/>
          <a:lstStyle/>
          <a:p>
            <a:pPr algn="ctr">
              <a:lnSpc>
                <a:spcPct val="83000"/>
              </a:lnSpc>
              <a:spcBef>
                <a:spcPts val="0"/>
              </a:spcBef>
            </a:pPr>
            <a:r>
              <a:rPr lang="en-GB" altLang="ja-JP" sz="1600" b="0" cap="all" baseline="0" dirty="0">
                <a:solidFill>
                  <a:srgbClr val="C4262E"/>
                </a:solidFill>
                <a:ea typeface="ＭＳ Ｐゴシック" charset="-128"/>
                <a:cs typeface="Arial" charset="0"/>
              </a:rPr>
              <a:t>DRAFT</a:t>
            </a:r>
          </a:p>
        </p:txBody>
      </p:sp>
      <p:sp>
        <p:nvSpPr>
          <p:cNvPr id="29" name="SD_FLD_Confidentiality">
            <a:extLst>
              <a:ext uri="{FF2B5EF4-FFF2-40B4-BE49-F238E27FC236}">
                <a16:creationId xmlns:a16="http://schemas.microsoft.com/office/drawing/2014/main" id="{D8504C57-0921-4562-9BB3-9AB2F26367D5}"/>
              </a:ext>
            </a:extLst>
          </p:cNvPr>
          <p:cNvSpPr/>
          <p:nvPr userDrawn="1"/>
        </p:nvSpPr>
        <p:spPr>
          <a:xfrm>
            <a:off x="7131600" y="6440400"/>
            <a:ext cx="2440800" cy="151200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0" algn="ctr" defTabSz="914400" rtl="0" eaLnBrk="1" latinLnBrk="0" hangingPunct="1">
              <a:lnSpc>
                <a:spcPct val="100000"/>
              </a:lnSpc>
              <a:spcBef>
                <a:spcPts val="0"/>
              </a:spcBef>
            </a:pPr>
            <a:endParaRPr lang="en-GB" sz="700" b="0" kern="1200" cap="all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36157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501" userDrawn="1">
          <p15:clr>
            <a:srgbClr val="F26B43"/>
          </p15:clr>
        </p15:guide>
        <p15:guide id="2" pos="4177" userDrawn="1">
          <p15:clr>
            <a:srgbClr val="F26B43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text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E5A94F9-752C-4C17-A881-9EC3D1BFC081}"/>
              </a:ext>
            </a:extLst>
          </p:cNvPr>
          <p:cNvSpPr/>
          <p:nvPr userDrawn="1"/>
        </p:nvSpPr>
        <p:spPr bwMode="ltGray">
          <a:xfrm>
            <a:off x="0" y="0"/>
            <a:ext cx="6100761" cy="6861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39751" y="539750"/>
            <a:ext cx="5018400" cy="936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add title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7FF2DD87-B8CA-45C0-BA1C-B49C8E22756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6446" y="1735085"/>
            <a:ext cx="5018400" cy="431170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  <a:endParaRPr lang="en-GB" dirty="0"/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EDAF23F1-B8C0-484A-B65F-256F7805880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31200" y="539751"/>
            <a:ext cx="5018400" cy="936000"/>
          </a:xfrm>
        </p:spPr>
        <p:txBody>
          <a:bodyPr/>
          <a:lstStyle>
            <a:lvl1pPr marL="0" indent="0">
              <a:lnSpc>
                <a:spcPct val="83000"/>
              </a:lnSpc>
              <a:spcBef>
                <a:spcPts val="0"/>
              </a:spcBef>
              <a:buFontTx/>
              <a:buNone/>
              <a:defRPr sz="3600" b="0">
                <a:solidFill>
                  <a:schemeClr val="accent1"/>
                </a:solidFill>
              </a:defRPr>
            </a:lvl1pPr>
            <a:lvl2pPr marL="0" indent="0">
              <a:lnSpc>
                <a:spcPct val="83000"/>
              </a:lnSpc>
              <a:spcBef>
                <a:spcPts val="0"/>
              </a:spcBef>
              <a:buFontTx/>
              <a:buNone/>
              <a:defRPr sz="3600" b="0">
                <a:solidFill>
                  <a:schemeClr val="accent1"/>
                </a:solidFill>
              </a:defRPr>
            </a:lvl2pPr>
            <a:lvl3pPr marL="0" indent="0">
              <a:lnSpc>
                <a:spcPct val="83000"/>
              </a:lnSpc>
              <a:spcBef>
                <a:spcPts val="0"/>
              </a:spcBef>
              <a:buFontTx/>
              <a:buNone/>
              <a:defRPr sz="3600" b="0">
                <a:solidFill>
                  <a:schemeClr val="bg1"/>
                </a:solidFill>
              </a:defRPr>
            </a:lvl3pPr>
            <a:lvl4pPr marL="0" indent="0">
              <a:lnSpc>
                <a:spcPct val="83000"/>
              </a:lnSpc>
              <a:spcBef>
                <a:spcPts val="0"/>
              </a:spcBef>
              <a:buFontTx/>
              <a:buNone/>
              <a:defRPr sz="3600" b="0">
                <a:solidFill>
                  <a:schemeClr val="bg1"/>
                </a:solidFill>
              </a:defRPr>
            </a:lvl4pPr>
            <a:lvl5pPr marL="0" indent="0">
              <a:lnSpc>
                <a:spcPct val="83000"/>
              </a:lnSpc>
              <a:spcBef>
                <a:spcPts val="0"/>
              </a:spcBef>
              <a:buFontTx/>
              <a:buNone/>
              <a:defRPr sz="3600" b="0">
                <a:solidFill>
                  <a:schemeClr val="bg1"/>
                </a:solidFill>
              </a:defRPr>
            </a:lvl5pPr>
            <a:lvl6pPr marL="0" indent="0">
              <a:lnSpc>
                <a:spcPct val="83000"/>
              </a:lnSpc>
              <a:spcBef>
                <a:spcPts val="0"/>
              </a:spcBef>
              <a:buFontTx/>
              <a:buNone/>
              <a:defRPr sz="3600" b="0">
                <a:solidFill>
                  <a:schemeClr val="bg1"/>
                </a:solidFill>
              </a:defRPr>
            </a:lvl6pPr>
            <a:lvl7pPr marL="0" indent="0">
              <a:lnSpc>
                <a:spcPct val="83000"/>
              </a:lnSpc>
              <a:spcBef>
                <a:spcPts val="0"/>
              </a:spcBef>
              <a:buFontTx/>
              <a:buNone/>
              <a:defRPr sz="3600" b="0">
                <a:solidFill>
                  <a:schemeClr val="bg1"/>
                </a:solidFill>
              </a:defRPr>
            </a:lvl7pPr>
            <a:lvl8pPr marL="0" indent="0">
              <a:lnSpc>
                <a:spcPct val="83000"/>
              </a:lnSpc>
              <a:spcBef>
                <a:spcPts val="0"/>
              </a:spcBef>
              <a:buFontTx/>
              <a:buNone/>
              <a:defRPr sz="3600" b="0">
                <a:solidFill>
                  <a:schemeClr val="bg1"/>
                </a:solidFill>
              </a:defRPr>
            </a:lvl8pPr>
            <a:lvl9pPr marL="0" indent="0">
              <a:lnSpc>
                <a:spcPct val="83000"/>
              </a:lnSpc>
              <a:buFontTx/>
              <a:buNone/>
              <a:defRPr sz="36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  <a:p>
            <a:pPr lvl="1"/>
            <a:endParaRPr lang="en-GB" dirty="0"/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12B098D5-A529-4245-95A8-157EA2D1897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31200" y="1735085"/>
            <a:ext cx="5018400" cy="4306992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  <a:lvl6pPr>
              <a:defRPr>
                <a:solidFill>
                  <a:schemeClr val="accent1"/>
                </a:solidFill>
              </a:defRPr>
            </a:lvl6pPr>
            <a:lvl7pPr>
              <a:defRPr>
                <a:solidFill>
                  <a:schemeClr val="accent1"/>
                </a:solidFill>
              </a:defRPr>
            </a:lvl7pPr>
            <a:lvl8pPr>
              <a:defRPr>
                <a:solidFill>
                  <a:schemeClr val="accent1"/>
                </a:solidFill>
              </a:defRPr>
            </a:lvl8pPr>
            <a:lvl9pPr>
              <a:defRPr>
                <a:solidFill>
                  <a:schemeClr val="accent1"/>
                </a:solidFill>
              </a:defRPr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BA07366-CB75-4AA8-9E5B-928B849F427C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4" name="_SD_FLD_Copyright">
            <a:extLst>
              <a:ext uri="{FF2B5EF4-FFF2-40B4-BE49-F238E27FC236}">
                <a16:creationId xmlns:a16="http://schemas.microsoft.com/office/drawing/2014/main" id="{1099F517-19A2-4C2A-9FAD-96F0B4770965}"/>
              </a:ext>
            </a:extLst>
          </p:cNvPr>
          <p:cNvSpPr txBox="1"/>
          <p:nvPr userDrawn="1"/>
        </p:nvSpPr>
        <p:spPr>
          <a:xfrm>
            <a:off x="853200" y="6440400"/>
            <a:ext cx="278923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sz="700" noProof="0">
                <a:solidFill>
                  <a:schemeClr val="bg1"/>
                </a:solidFill>
              </a:rPr>
              <a:t>DNV ©</a:t>
            </a:r>
            <a:endParaRPr lang="en-GB" sz="700" noProof="0" dirty="0">
              <a:solidFill>
                <a:schemeClr val="bg1"/>
              </a:solidFill>
            </a:endParaRPr>
          </a:p>
        </p:txBody>
      </p:sp>
      <p:sp>
        <p:nvSpPr>
          <p:cNvPr id="15" name="SD_FLD_DocumentDate">
            <a:extLst>
              <a:ext uri="{FF2B5EF4-FFF2-40B4-BE49-F238E27FC236}">
                <a16:creationId xmlns:a16="http://schemas.microsoft.com/office/drawing/2014/main" id="{5E6CBA46-0BD0-48FA-8FB9-5998CF0BE07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66400" y="6440400"/>
            <a:ext cx="1198800" cy="15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t" anchorCtr="0"/>
          <a:lstStyle/>
          <a:p>
            <a:pPr algn="ctr">
              <a:spcBef>
                <a:spcPts val="0"/>
              </a:spcBef>
            </a:pPr>
            <a:r>
              <a:rPr lang="en-GB" altLang="ja-JP" sz="700" cap="all" baseline="0">
                <a:solidFill>
                  <a:schemeClr val="bg1"/>
                </a:solidFill>
                <a:ea typeface="ＭＳ Ｐゴシック" charset="-128"/>
                <a:cs typeface="Arial" charset="0"/>
              </a:rPr>
              <a:t>24 April 2024</a:t>
            </a:r>
            <a:endParaRPr lang="en-GB" altLang="ja-JP" sz="700" cap="all" baseline="0" dirty="0">
              <a:solidFill>
                <a:schemeClr val="bg1"/>
              </a:solidFill>
              <a:ea typeface="ＭＳ Ｐゴシック" charset="-128"/>
              <a:cs typeface="Arial" charset="0"/>
            </a:endParaRPr>
          </a:p>
        </p:txBody>
      </p:sp>
      <p:sp>
        <p:nvSpPr>
          <p:cNvPr id="28" name="SD_FLD_Draft" hidden="1">
            <a:extLst>
              <a:ext uri="{FF2B5EF4-FFF2-40B4-BE49-F238E27FC236}">
                <a16:creationId xmlns:a16="http://schemas.microsoft.com/office/drawing/2014/main" id="{5DD1835E-D50E-44DD-A77D-BAA84197440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243513" y="6232324"/>
            <a:ext cx="1700337" cy="208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14400" rIns="0" bIns="0" anchor="t" anchorCtr="0"/>
          <a:lstStyle/>
          <a:p>
            <a:pPr algn="ctr">
              <a:lnSpc>
                <a:spcPct val="83000"/>
              </a:lnSpc>
              <a:spcBef>
                <a:spcPts val="0"/>
              </a:spcBef>
            </a:pPr>
            <a:r>
              <a:rPr lang="en-GB" altLang="ja-JP" sz="1600" b="0" cap="all" baseline="0" dirty="0">
                <a:solidFill>
                  <a:srgbClr val="C4262E"/>
                </a:solidFill>
                <a:ea typeface="ＭＳ Ｐゴシック" charset="-128"/>
                <a:cs typeface="Arial" charset="0"/>
              </a:rPr>
              <a:t>DRAFT</a:t>
            </a:r>
          </a:p>
        </p:txBody>
      </p:sp>
      <p:sp>
        <p:nvSpPr>
          <p:cNvPr id="29" name="SD_FLD_Confidentiality">
            <a:extLst>
              <a:ext uri="{FF2B5EF4-FFF2-40B4-BE49-F238E27FC236}">
                <a16:creationId xmlns:a16="http://schemas.microsoft.com/office/drawing/2014/main" id="{D8504C57-0921-4562-9BB3-9AB2F26367D5}"/>
              </a:ext>
            </a:extLst>
          </p:cNvPr>
          <p:cNvSpPr/>
          <p:nvPr userDrawn="1"/>
        </p:nvSpPr>
        <p:spPr>
          <a:xfrm>
            <a:off x="7131600" y="6440400"/>
            <a:ext cx="2440800" cy="151200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0" algn="ctr" defTabSz="914400" rtl="0" eaLnBrk="1" latinLnBrk="0" hangingPunct="1">
              <a:lnSpc>
                <a:spcPct val="100000"/>
              </a:lnSpc>
              <a:spcBef>
                <a:spcPts val="0"/>
              </a:spcBef>
            </a:pPr>
            <a:endParaRPr lang="en-GB" sz="700" b="0" kern="1200" cap="all" baseline="0" dirty="0">
              <a:solidFill>
                <a:schemeClr val="accent1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30" name="Logo">
            <a:extLst>
              <a:ext uri="{FF2B5EF4-FFF2-40B4-BE49-F238E27FC236}">
                <a16:creationId xmlns:a16="http://schemas.microsoft.com/office/drawing/2014/main" id="{9797F799-9D4E-44C1-9C94-5D81A10E73BB}"/>
              </a:ext>
            </a:extLst>
          </p:cNvPr>
          <p:cNvGrpSpPr/>
          <p:nvPr userDrawn="1"/>
        </p:nvGrpSpPr>
        <p:grpSpPr>
          <a:xfrm>
            <a:off x="10893210" y="6350918"/>
            <a:ext cx="755843" cy="322808"/>
            <a:chOff x="6380216" y="4059273"/>
            <a:chExt cx="2905863" cy="1241045"/>
          </a:xfrm>
        </p:grpSpPr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95478A4-BD9D-4AF3-830D-D8C4ECC8BD67}"/>
                </a:ext>
              </a:extLst>
            </p:cNvPr>
            <p:cNvSpPr/>
            <p:nvPr/>
          </p:nvSpPr>
          <p:spPr>
            <a:xfrm>
              <a:off x="6380216" y="4059273"/>
              <a:ext cx="2905863" cy="346936"/>
            </a:xfrm>
            <a:custGeom>
              <a:avLst/>
              <a:gdLst>
                <a:gd name="connsiteX0" fmla="*/ 0 w 2905863"/>
                <a:gd name="connsiteY0" fmla="*/ 0 h 346936"/>
                <a:gd name="connsiteX1" fmla="*/ 2905864 w 2905863"/>
                <a:gd name="connsiteY1" fmla="*/ 0 h 346936"/>
                <a:gd name="connsiteX2" fmla="*/ 2905864 w 2905863"/>
                <a:gd name="connsiteY2" fmla="*/ 346937 h 346936"/>
                <a:gd name="connsiteX3" fmla="*/ 0 w 2905863"/>
                <a:gd name="connsiteY3" fmla="*/ 346937 h 346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346936">
                  <a:moveTo>
                    <a:pt x="0" y="0"/>
                  </a:moveTo>
                  <a:lnTo>
                    <a:pt x="2905864" y="0"/>
                  </a:lnTo>
                  <a:lnTo>
                    <a:pt x="2905864" y="346937"/>
                  </a:lnTo>
                  <a:lnTo>
                    <a:pt x="0" y="346937"/>
                  </a:lnTo>
                  <a:close/>
                </a:path>
              </a:pathLst>
            </a:custGeom>
            <a:solidFill>
              <a:srgbClr val="99D9F0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26D1A283-D484-41F6-8D7E-9FA95DDC6EEE}"/>
                </a:ext>
              </a:extLst>
            </p:cNvPr>
            <p:cNvSpPr/>
            <p:nvPr/>
          </p:nvSpPr>
          <p:spPr>
            <a:xfrm>
              <a:off x="6380216" y="4521775"/>
              <a:ext cx="2905863" cy="57854"/>
            </a:xfrm>
            <a:custGeom>
              <a:avLst/>
              <a:gdLst>
                <a:gd name="connsiteX0" fmla="*/ 0 w 2905863"/>
                <a:gd name="connsiteY0" fmla="*/ 0 h 57854"/>
                <a:gd name="connsiteX1" fmla="*/ 2905864 w 2905863"/>
                <a:gd name="connsiteY1" fmla="*/ 0 h 57854"/>
                <a:gd name="connsiteX2" fmla="*/ 2905864 w 2905863"/>
                <a:gd name="connsiteY2" fmla="*/ 57854 h 57854"/>
                <a:gd name="connsiteX3" fmla="*/ 0 w 2905863"/>
                <a:gd name="connsiteY3" fmla="*/ 57854 h 57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57854">
                  <a:moveTo>
                    <a:pt x="0" y="0"/>
                  </a:moveTo>
                  <a:lnTo>
                    <a:pt x="2905864" y="0"/>
                  </a:lnTo>
                  <a:lnTo>
                    <a:pt x="2905864" y="57854"/>
                  </a:lnTo>
                  <a:lnTo>
                    <a:pt x="0" y="57854"/>
                  </a:lnTo>
                  <a:close/>
                </a:path>
              </a:pathLst>
            </a:custGeom>
            <a:solidFill>
              <a:srgbClr val="3F9C35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C60C41DB-E2AE-48EB-9E60-96525D5D2BA1}"/>
                </a:ext>
              </a:extLst>
            </p:cNvPr>
            <p:cNvSpPr/>
            <p:nvPr/>
          </p:nvSpPr>
          <p:spPr>
            <a:xfrm>
              <a:off x="6380216" y="4637294"/>
              <a:ext cx="2905863" cy="115566"/>
            </a:xfrm>
            <a:custGeom>
              <a:avLst/>
              <a:gdLst>
                <a:gd name="connsiteX0" fmla="*/ 0 w 2905863"/>
                <a:gd name="connsiteY0" fmla="*/ 0 h 115566"/>
                <a:gd name="connsiteX1" fmla="*/ 2905864 w 2905863"/>
                <a:gd name="connsiteY1" fmla="*/ 0 h 115566"/>
                <a:gd name="connsiteX2" fmla="*/ 2905864 w 2905863"/>
                <a:gd name="connsiteY2" fmla="*/ 115566 h 115566"/>
                <a:gd name="connsiteX3" fmla="*/ 0 w 2905863"/>
                <a:gd name="connsiteY3" fmla="*/ 115566 h 115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115566">
                  <a:moveTo>
                    <a:pt x="0" y="0"/>
                  </a:moveTo>
                  <a:lnTo>
                    <a:pt x="2905864" y="0"/>
                  </a:lnTo>
                  <a:lnTo>
                    <a:pt x="2905864" y="115566"/>
                  </a:lnTo>
                  <a:lnTo>
                    <a:pt x="0" y="115566"/>
                  </a:lnTo>
                  <a:close/>
                </a:path>
              </a:pathLst>
            </a:custGeom>
            <a:solidFill>
              <a:srgbClr val="003591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727B6332-097C-4B17-BAF1-B2B881F421E7}"/>
                </a:ext>
              </a:extLst>
            </p:cNvPr>
            <p:cNvSpPr/>
            <p:nvPr/>
          </p:nvSpPr>
          <p:spPr>
            <a:xfrm>
              <a:off x="7833598" y="4927183"/>
              <a:ext cx="392545" cy="373134"/>
            </a:xfrm>
            <a:custGeom>
              <a:avLst/>
              <a:gdLst>
                <a:gd name="connsiteX0" fmla="*/ 303984 w 392545"/>
                <a:gd name="connsiteY0" fmla="*/ 19174 h 373134"/>
                <a:gd name="connsiteX1" fmla="*/ 201992 w 392545"/>
                <a:gd name="connsiteY1" fmla="*/ 0 h 373134"/>
                <a:gd name="connsiteX2" fmla="*/ 62173 w 392545"/>
                <a:gd name="connsiteY2" fmla="*/ 0 h 373134"/>
                <a:gd name="connsiteX3" fmla="*/ 27859 w 392545"/>
                <a:gd name="connsiteY3" fmla="*/ 0 h 373134"/>
                <a:gd name="connsiteX4" fmla="*/ 0 w 392545"/>
                <a:gd name="connsiteY4" fmla="*/ 0 h 373134"/>
                <a:gd name="connsiteX5" fmla="*/ 0 w 392545"/>
                <a:gd name="connsiteY5" fmla="*/ 373135 h 373134"/>
                <a:gd name="connsiteX6" fmla="*/ 27859 w 392545"/>
                <a:gd name="connsiteY6" fmla="*/ 373135 h 373134"/>
                <a:gd name="connsiteX7" fmla="*/ 62173 w 392545"/>
                <a:gd name="connsiteY7" fmla="*/ 373135 h 373134"/>
                <a:gd name="connsiteX8" fmla="*/ 201992 w 392545"/>
                <a:gd name="connsiteY8" fmla="*/ 373135 h 373134"/>
                <a:gd name="connsiteX9" fmla="*/ 303984 w 392545"/>
                <a:gd name="connsiteY9" fmla="*/ 353961 h 373134"/>
                <a:gd name="connsiteX10" fmla="*/ 369670 w 392545"/>
                <a:gd name="connsiteY10" fmla="*/ 296249 h 373134"/>
                <a:gd name="connsiteX11" fmla="*/ 392546 w 392545"/>
                <a:gd name="connsiteY11" fmla="*/ 199477 h 373134"/>
                <a:gd name="connsiteX12" fmla="*/ 392546 w 392545"/>
                <a:gd name="connsiteY12" fmla="*/ 173611 h 373134"/>
                <a:gd name="connsiteX13" fmla="*/ 369670 w 392545"/>
                <a:gd name="connsiteY13" fmla="*/ 76839 h 373134"/>
                <a:gd name="connsiteX14" fmla="*/ 303984 w 392545"/>
                <a:gd name="connsiteY14" fmla="*/ 19174 h 373134"/>
                <a:gd name="connsiteX15" fmla="*/ 331369 w 392545"/>
                <a:gd name="connsiteY15" fmla="*/ 197531 h 373134"/>
                <a:gd name="connsiteX16" fmla="*/ 299048 w 392545"/>
                <a:gd name="connsiteY16" fmla="*/ 287563 h 373134"/>
                <a:gd name="connsiteX17" fmla="*/ 202514 w 392545"/>
                <a:gd name="connsiteY17" fmla="*/ 316894 h 373134"/>
                <a:gd name="connsiteX18" fmla="*/ 62221 w 392545"/>
                <a:gd name="connsiteY18" fmla="*/ 316894 h 373134"/>
                <a:gd name="connsiteX19" fmla="*/ 62221 w 392545"/>
                <a:gd name="connsiteY19" fmla="*/ 56193 h 373134"/>
                <a:gd name="connsiteX20" fmla="*/ 202514 w 392545"/>
                <a:gd name="connsiteY20" fmla="*/ 56193 h 373134"/>
                <a:gd name="connsiteX21" fmla="*/ 299048 w 392545"/>
                <a:gd name="connsiteY21" fmla="*/ 84812 h 373134"/>
                <a:gd name="connsiteX22" fmla="*/ 331369 w 392545"/>
                <a:gd name="connsiteY22" fmla="*/ 175604 h 373134"/>
                <a:gd name="connsiteX23" fmla="*/ 331369 w 392545"/>
                <a:gd name="connsiteY23" fmla="*/ 197531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92545" h="373134">
                  <a:moveTo>
                    <a:pt x="303984" y="19174"/>
                  </a:moveTo>
                  <a:cubicBezTo>
                    <a:pt x="275461" y="6407"/>
                    <a:pt x="241479" y="0"/>
                    <a:pt x="201992" y="0"/>
                  </a:cubicBezTo>
                  <a:lnTo>
                    <a:pt x="62173" y="0"/>
                  </a:lnTo>
                  <a:lnTo>
                    <a:pt x="27859" y="0"/>
                  </a:lnTo>
                  <a:lnTo>
                    <a:pt x="0" y="0"/>
                  </a:lnTo>
                  <a:lnTo>
                    <a:pt x="0" y="373135"/>
                  </a:lnTo>
                  <a:lnTo>
                    <a:pt x="27859" y="373135"/>
                  </a:lnTo>
                  <a:lnTo>
                    <a:pt x="62173" y="373135"/>
                  </a:lnTo>
                  <a:lnTo>
                    <a:pt x="201992" y="373135"/>
                  </a:lnTo>
                  <a:cubicBezTo>
                    <a:pt x="241479" y="373135"/>
                    <a:pt x="275461" y="366728"/>
                    <a:pt x="303984" y="353961"/>
                  </a:cubicBezTo>
                  <a:cubicBezTo>
                    <a:pt x="332508" y="341194"/>
                    <a:pt x="354387" y="321972"/>
                    <a:pt x="369670" y="296249"/>
                  </a:cubicBezTo>
                  <a:cubicBezTo>
                    <a:pt x="384904" y="270525"/>
                    <a:pt x="392546" y="238299"/>
                    <a:pt x="392546" y="199477"/>
                  </a:cubicBezTo>
                  <a:lnTo>
                    <a:pt x="392546" y="173611"/>
                  </a:lnTo>
                  <a:cubicBezTo>
                    <a:pt x="392546" y="134788"/>
                    <a:pt x="384904" y="102562"/>
                    <a:pt x="369670" y="76839"/>
                  </a:cubicBezTo>
                  <a:cubicBezTo>
                    <a:pt x="354387" y="51162"/>
                    <a:pt x="332508" y="31941"/>
                    <a:pt x="303984" y="19174"/>
                  </a:cubicBezTo>
                  <a:close/>
                  <a:moveTo>
                    <a:pt x="331369" y="197531"/>
                  </a:moveTo>
                  <a:cubicBezTo>
                    <a:pt x="331369" y="238015"/>
                    <a:pt x="320596" y="268010"/>
                    <a:pt x="299048" y="287563"/>
                  </a:cubicBezTo>
                  <a:cubicBezTo>
                    <a:pt x="277502" y="307117"/>
                    <a:pt x="245323" y="316894"/>
                    <a:pt x="202514" y="316894"/>
                  </a:cubicBezTo>
                  <a:lnTo>
                    <a:pt x="62221" y="316894"/>
                  </a:lnTo>
                  <a:lnTo>
                    <a:pt x="62221" y="56193"/>
                  </a:lnTo>
                  <a:lnTo>
                    <a:pt x="202514" y="56193"/>
                  </a:lnTo>
                  <a:cubicBezTo>
                    <a:pt x="245323" y="56193"/>
                    <a:pt x="277454" y="65733"/>
                    <a:pt x="299048" y="84812"/>
                  </a:cubicBezTo>
                  <a:cubicBezTo>
                    <a:pt x="320596" y="103891"/>
                    <a:pt x="331369" y="134171"/>
                    <a:pt x="331369" y="175604"/>
                  </a:cubicBezTo>
                  <a:lnTo>
                    <a:pt x="331369" y="197531"/>
                  </a:lnTo>
                  <a:close/>
                </a:path>
              </a:pathLst>
            </a:custGeom>
            <a:solidFill>
              <a:srgbClr val="0F214A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0AB1D607-7CB2-48A4-9112-F1F9E5B66AB3}"/>
                </a:ext>
              </a:extLst>
            </p:cNvPr>
            <p:cNvSpPr/>
            <p:nvPr/>
          </p:nvSpPr>
          <p:spPr>
            <a:xfrm>
              <a:off x="8344036" y="4927183"/>
              <a:ext cx="410485" cy="373134"/>
            </a:xfrm>
            <a:custGeom>
              <a:avLst/>
              <a:gdLst>
                <a:gd name="connsiteX0" fmla="*/ 349262 w 410485"/>
                <a:gd name="connsiteY0" fmla="*/ 291598 h 373134"/>
                <a:gd name="connsiteX1" fmla="*/ 60702 w 410485"/>
                <a:gd name="connsiteY1" fmla="*/ 0 h 373134"/>
                <a:gd name="connsiteX2" fmla="*/ 26388 w 410485"/>
                <a:gd name="connsiteY2" fmla="*/ 0 h 373134"/>
                <a:gd name="connsiteX3" fmla="*/ 0 w 410485"/>
                <a:gd name="connsiteY3" fmla="*/ 0 h 373134"/>
                <a:gd name="connsiteX4" fmla="*/ 0 w 410485"/>
                <a:gd name="connsiteY4" fmla="*/ 373135 h 373134"/>
                <a:gd name="connsiteX5" fmla="*/ 60702 w 410485"/>
                <a:gd name="connsiteY5" fmla="*/ 373135 h 373134"/>
                <a:gd name="connsiteX6" fmla="*/ 60702 w 410485"/>
                <a:gd name="connsiteY6" fmla="*/ 81917 h 373134"/>
                <a:gd name="connsiteX7" fmla="*/ 349262 w 410485"/>
                <a:gd name="connsiteY7" fmla="*/ 373135 h 373134"/>
                <a:gd name="connsiteX8" fmla="*/ 410486 w 410485"/>
                <a:gd name="connsiteY8" fmla="*/ 373135 h 373134"/>
                <a:gd name="connsiteX9" fmla="*/ 410486 w 410485"/>
                <a:gd name="connsiteY9" fmla="*/ 0 h 373134"/>
                <a:gd name="connsiteX10" fmla="*/ 349262 w 410485"/>
                <a:gd name="connsiteY10" fmla="*/ 0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0485" h="373134">
                  <a:moveTo>
                    <a:pt x="349262" y="291598"/>
                  </a:moveTo>
                  <a:lnTo>
                    <a:pt x="60702" y="0"/>
                  </a:lnTo>
                  <a:lnTo>
                    <a:pt x="26388" y="0"/>
                  </a:lnTo>
                  <a:lnTo>
                    <a:pt x="0" y="0"/>
                  </a:lnTo>
                  <a:lnTo>
                    <a:pt x="0" y="373135"/>
                  </a:lnTo>
                  <a:lnTo>
                    <a:pt x="60702" y="373135"/>
                  </a:lnTo>
                  <a:lnTo>
                    <a:pt x="60702" y="81917"/>
                  </a:lnTo>
                  <a:lnTo>
                    <a:pt x="349262" y="373135"/>
                  </a:lnTo>
                  <a:lnTo>
                    <a:pt x="410486" y="373135"/>
                  </a:lnTo>
                  <a:lnTo>
                    <a:pt x="410486" y="0"/>
                  </a:lnTo>
                  <a:lnTo>
                    <a:pt x="349262" y="0"/>
                  </a:lnTo>
                  <a:close/>
                </a:path>
              </a:pathLst>
            </a:custGeom>
            <a:solidFill>
              <a:srgbClr val="0F214A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D5111258-3B5D-4ADA-94B5-170A44D042C4}"/>
                </a:ext>
              </a:extLst>
            </p:cNvPr>
            <p:cNvSpPr/>
            <p:nvPr/>
          </p:nvSpPr>
          <p:spPr>
            <a:xfrm>
              <a:off x="8863965" y="4927183"/>
              <a:ext cx="421876" cy="373134"/>
            </a:xfrm>
            <a:custGeom>
              <a:avLst/>
              <a:gdLst>
                <a:gd name="connsiteX0" fmla="*/ 355716 w 421876"/>
                <a:gd name="connsiteY0" fmla="*/ 0 h 373134"/>
                <a:gd name="connsiteX1" fmla="*/ 212955 w 421876"/>
                <a:gd name="connsiteY1" fmla="*/ 291598 h 373134"/>
                <a:gd name="connsiteX2" fmla="*/ 70146 w 421876"/>
                <a:gd name="connsiteY2" fmla="*/ 0 h 373134"/>
                <a:gd name="connsiteX3" fmla="*/ 0 w 421876"/>
                <a:gd name="connsiteY3" fmla="*/ 0 h 373134"/>
                <a:gd name="connsiteX4" fmla="*/ 187042 w 421876"/>
                <a:gd name="connsiteY4" fmla="*/ 373135 h 373134"/>
                <a:gd name="connsiteX5" fmla="*/ 235309 w 421876"/>
                <a:gd name="connsiteY5" fmla="*/ 373135 h 373134"/>
                <a:gd name="connsiteX6" fmla="*/ 421876 w 421876"/>
                <a:gd name="connsiteY6" fmla="*/ 0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21876" h="373134">
                  <a:moveTo>
                    <a:pt x="355716" y="0"/>
                  </a:moveTo>
                  <a:lnTo>
                    <a:pt x="212955" y="291598"/>
                  </a:lnTo>
                  <a:lnTo>
                    <a:pt x="70146" y="0"/>
                  </a:lnTo>
                  <a:lnTo>
                    <a:pt x="0" y="0"/>
                  </a:lnTo>
                  <a:lnTo>
                    <a:pt x="187042" y="373135"/>
                  </a:lnTo>
                  <a:lnTo>
                    <a:pt x="235309" y="373135"/>
                  </a:lnTo>
                  <a:lnTo>
                    <a:pt x="421876" y="0"/>
                  </a:lnTo>
                  <a:close/>
                </a:path>
              </a:pathLst>
            </a:custGeom>
            <a:solidFill>
              <a:srgbClr val="0F214A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25561752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501" userDrawn="1">
          <p15:clr>
            <a:srgbClr val="F26B43"/>
          </p15:clr>
        </p15:guide>
        <p15:guide id="2" pos="4177" userDrawn="1">
          <p15:clr>
            <a:srgbClr val="F26B43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mparisi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E5A94F9-752C-4C17-A881-9EC3D1BFC081}"/>
              </a:ext>
            </a:extLst>
          </p:cNvPr>
          <p:cNvSpPr/>
          <p:nvPr userDrawn="1"/>
        </p:nvSpPr>
        <p:spPr bwMode="ltGray">
          <a:xfrm>
            <a:off x="1" y="0"/>
            <a:ext cx="6096000" cy="6861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 noProof="0" dirty="0"/>
          </a:p>
        </p:txBody>
      </p:sp>
      <p:grpSp>
        <p:nvGrpSpPr>
          <p:cNvPr id="28" name="Logo">
            <a:extLst>
              <a:ext uri="{FF2B5EF4-FFF2-40B4-BE49-F238E27FC236}">
                <a16:creationId xmlns:a16="http://schemas.microsoft.com/office/drawing/2014/main" id="{2A4DCA37-D5BC-45B5-969C-67CBA623350D}"/>
              </a:ext>
            </a:extLst>
          </p:cNvPr>
          <p:cNvGrpSpPr/>
          <p:nvPr userDrawn="1"/>
        </p:nvGrpSpPr>
        <p:grpSpPr>
          <a:xfrm>
            <a:off x="10893210" y="6350918"/>
            <a:ext cx="755843" cy="322808"/>
            <a:chOff x="6380216" y="4059273"/>
            <a:chExt cx="2905863" cy="1241045"/>
          </a:xfrm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9CC60709-F769-498C-8576-9765B07F378C}"/>
                </a:ext>
              </a:extLst>
            </p:cNvPr>
            <p:cNvSpPr/>
            <p:nvPr/>
          </p:nvSpPr>
          <p:spPr>
            <a:xfrm>
              <a:off x="6380216" y="4059273"/>
              <a:ext cx="2905863" cy="346936"/>
            </a:xfrm>
            <a:custGeom>
              <a:avLst/>
              <a:gdLst>
                <a:gd name="connsiteX0" fmla="*/ 0 w 2905863"/>
                <a:gd name="connsiteY0" fmla="*/ 0 h 346936"/>
                <a:gd name="connsiteX1" fmla="*/ 2905864 w 2905863"/>
                <a:gd name="connsiteY1" fmla="*/ 0 h 346936"/>
                <a:gd name="connsiteX2" fmla="*/ 2905864 w 2905863"/>
                <a:gd name="connsiteY2" fmla="*/ 346937 h 346936"/>
                <a:gd name="connsiteX3" fmla="*/ 0 w 2905863"/>
                <a:gd name="connsiteY3" fmla="*/ 346937 h 346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346936">
                  <a:moveTo>
                    <a:pt x="0" y="0"/>
                  </a:moveTo>
                  <a:lnTo>
                    <a:pt x="2905864" y="0"/>
                  </a:lnTo>
                  <a:lnTo>
                    <a:pt x="2905864" y="346937"/>
                  </a:lnTo>
                  <a:lnTo>
                    <a:pt x="0" y="346937"/>
                  </a:lnTo>
                  <a:close/>
                </a:path>
              </a:pathLst>
            </a:custGeom>
            <a:solidFill>
              <a:srgbClr val="99D9F0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8FAFB28D-E363-4553-84FE-9D1E73CCA326}"/>
                </a:ext>
              </a:extLst>
            </p:cNvPr>
            <p:cNvSpPr/>
            <p:nvPr/>
          </p:nvSpPr>
          <p:spPr>
            <a:xfrm>
              <a:off x="6380216" y="4521775"/>
              <a:ext cx="2905863" cy="57854"/>
            </a:xfrm>
            <a:custGeom>
              <a:avLst/>
              <a:gdLst>
                <a:gd name="connsiteX0" fmla="*/ 0 w 2905863"/>
                <a:gd name="connsiteY0" fmla="*/ 0 h 57854"/>
                <a:gd name="connsiteX1" fmla="*/ 2905864 w 2905863"/>
                <a:gd name="connsiteY1" fmla="*/ 0 h 57854"/>
                <a:gd name="connsiteX2" fmla="*/ 2905864 w 2905863"/>
                <a:gd name="connsiteY2" fmla="*/ 57854 h 57854"/>
                <a:gd name="connsiteX3" fmla="*/ 0 w 2905863"/>
                <a:gd name="connsiteY3" fmla="*/ 57854 h 57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57854">
                  <a:moveTo>
                    <a:pt x="0" y="0"/>
                  </a:moveTo>
                  <a:lnTo>
                    <a:pt x="2905864" y="0"/>
                  </a:lnTo>
                  <a:lnTo>
                    <a:pt x="2905864" y="57854"/>
                  </a:lnTo>
                  <a:lnTo>
                    <a:pt x="0" y="57854"/>
                  </a:lnTo>
                  <a:close/>
                </a:path>
              </a:pathLst>
            </a:custGeom>
            <a:solidFill>
              <a:srgbClr val="3F9C35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868CF8D9-4524-464E-96BB-446077DFCF9E}"/>
                </a:ext>
              </a:extLst>
            </p:cNvPr>
            <p:cNvSpPr/>
            <p:nvPr/>
          </p:nvSpPr>
          <p:spPr>
            <a:xfrm>
              <a:off x="6380216" y="4637294"/>
              <a:ext cx="2905863" cy="115566"/>
            </a:xfrm>
            <a:custGeom>
              <a:avLst/>
              <a:gdLst>
                <a:gd name="connsiteX0" fmla="*/ 0 w 2905863"/>
                <a:gd name="connsiteY0" fmla="*/ 0 h 115566"/>
                <a:gd name="connsiteX1" fmla="*/ 2905864 w 2905863"/>
                <a:gd name="connsiteY1" fmla="*/ 0 h 115566"/>
                <a:gd name="connsiteX2" fmla="*/ 2905864 w 2905863"/>
                <a:gd name="connsiteY2" fmla="*/ 115566 h 115566"/>
                <a:gd name="connsiteX3" fmla="*/ 0 w 2905863"/>
                <a:gd name="connsiteY3" fmla="*/ 115566 h 115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115566">
                  <a:moveTo>
                    <a:pt x="0" y="0"/>
                  </a:moveTo>
                  <a:lnTo>
                    <a:pt x="2905864" y="0"/>
                  </a:lnTo>
                  <a:lnTo>
                    <a:pt x="2905864" y="115566"/>
                  </a:lnTo>
                  <a:lnTo>
                    <a:pt x="0" y="115566"/>
                  </a:lnTo>
                  <a:close/>
                </a:path>
              </a:pathLst>
            </a:custGeom>
            <a:solidFill>
              <a:srgbClr val="003591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D70695EC-0262-4050-8C36-B81EAE73A086}"/>
                </a:ext>
              </a:extLst>
            </p:cNvPr>
            <p:cNvSpPr/>
            <p:nvPr/>
          </p:nvSpPr>
          <p:spPr>
            <a:xfrm>
              <a:off x="7833598" y="4927183"/>
              <a:ext cx="392545" cy="373134"/>
            </a:xfrm>
            <a:custGeom>
              <a:avLst/>
              <a:gdLst>
                <a:gd name="connsiteX0" fmla="*/ 303984 w 392545"/>
                <a:gd name="connsiteY0" fmla="*/ 19174 h 373134"/>
                <a:gd name="connsiteX1" fmla="*/ 201992 w 392545"/>
                <a:gd name="connsiteY1" fmla="*/ 0 h 373134"/>
                <a:gd name="connsiteX2" fmla="*/ 62173 w 392545"/>
                <a:gd name="connsiteY2" fmla="*/ 0 h 373134"/>
                <a:gd name="connsiteX3" fmla="*/ 27859 w 392545"/>
                <a:gd name="connsiteY3" fmla="*/ 0 h 373134"/>
                <a:gd name="connsiteX4" fmla="*/ 0 w 392545"/>
                <a:gd name="connsiteY4" fmla="*/ 0 h 373134"/>
                <a:gd name="connsiteX5" fmla="*/ 0 w 392545"/>
                <a:gd name="connsiteY5" fmla="*/ 373135 h 373134"/>
                <a:gd name="connsiteX6" fmla="*/ 27859 w 392545"/>
                <a:gd name="connsiteY6" fmla="*/ 373135 h 373134"/>
                <a:gd name="connsiteX7" fmla="*/ 62173 w 392545"/>
                <a:gd name="connsiteY7" fmla="*/ 373135 h 373134"/>
                <a:gd name="connsiteX8" fmla="*/ 201992 w 392545"/>
                <a:gd name="connsiteY8" fmla="*/ 373135 h 373134"/>
                <a:gd name="connsiteX9" fmla="*/ 303984 w 392545"/>
                <a:gd name="connsiteY9" fmla="*/ 353961 h 373134"/>
                <a:gd name="connsiteX10" fmla="*/ 369670 w 392545"/>
                <a:gd name="connsiteY10" fmla="*/ 296249 h 373134"/>
                <a:gd name="connsiteX11" fmla="*/ 392546 w 392545"/>
                <a:gd name="connsiteY11" fmla="*/ 199477 h 373134"/>
                <a:gd name="connsiteX12" fmla="*/ 392546 w 392545"/>
                <a:gd name="connsiteY12" fmla="*/ 173611 h 373134"/>
                <a:gd name="connsiteX13" fmla="*/ 369670 w 392545"/>
                <a:gd name="connsiteY13" fmla="*/ 76839 h 373134"/>
                <a:gd name="connsiteX14" fmla="*/ 303984 w 392545"/>
                <a:gd name="connsiteY14" fmla="*/ 19174 h 373134"/>
                <a:gd name="connsiteX15" fmla="*/ 331369 w 392545"/>
                <a:gd name="connsiteY15" fmla="*/ 197531 h 373134"/>
                <a:gd name="connsiteX16" fmla="*/ 299048 w 392545"/>
                <a:gd name="connsiteY16" fmla="*/ 287563 h 373134"/>
                <a:gd name="connsiteX17" fmla="*/ 202514 w 392545"/>
                <a:gd name="connsiteY17" fmla="*/ 316894 h 373134"/>
                <a:gd name="connsiteX18" fmla="*/ 62221 w 392545"/>
                <a:gd name="connsiteY18" fmla="*/ 316894 h 373134"/>
                <a:gd name="connsiteX19" fmla="*/ 62221 w 392545"/>
                <a:gd name="connsiteY19" fmla="*/ 56193 h 373134"/>
                <a:gd name="connsiteX20" fmla="*/ 202514 w 392545"/>
                <a:gd name="connsiteY20" fmla="*/ 56193 h 373134"/>
                <a:gd name="connsiteX21" fmla="*/ 299048 w 392545"/>
                <a:gd name="connsiteY21" fmla="*/ 84812 h 373134"/>
                <a:gd name="connsiteX22" fmla="*/ 331369 w 392545"/>
                <a:gd name="connsiteY22" fmla="*/ 175604 h 373134"/>
                <a:gd name="connsiteX23" fmla="*/ 331369 w 392545"/>
                <a:gd name="connsiteY23" fmla="*/ 197531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92545" h="373134">
                  <a:moveTo>
                    <a:pt x="303984" y="19174"/>
                  </a:moveTo>
                  <a:cubicBezTo>
                    <a:pt x="275461" y="6407"/>
                    <a:pt x="241479" y="0"/>
                    <a:pt x="201992" y="0"/>
                  </a:cubicBezTo>
                  <a:lnTo>
                    <a:pt x="62173" y="0"/>
                  </a:lnTo>
                  <a:lnTo>
                    <a:pt x="27859" y="0"/>
                  </a:lnTo>
                  <a:lnTo>
                    <a:pt x="0" y="0"/>
                  </a:lnTo>
                  <a:lnTo>
                    <a:pt x="0" y="373135"/>
                  </a:lnTo>
                  <a:lnTo>
                    <a:pt x="27859" y="373135"/>
                  </a:lnTo>
                  <a:lnTo>
                    <a:pt x="62173" y="373135"/>
                  </a:lnTo>
                  <a:lnTo>
                    <a:pt x="201992" y="373135"/>
                  </a:lnTo>
                  <a:cubicBezTo>
                    <a:pt x="241479" y="373135"/>
                    <a:pt x="275461" y="366728"/>
                    <a:pt x="303984" y="353961"/>
                  </a:cubicBezTo>
                  <a:cubicBezTo>
                    <a:pt x="332508" y="341194"/>
                    <a:pt x="354387" y="321972"/>
                    <a:pt x="369670" y="296249"/>
                  </a:cubicBezTo>
                  <a:cubicBezTo>
                    <a:pt x="384904" y="270525"/>
                    <a:pt x="392546" y="238299"/>
                    <a:pt x="392546" y="199477"/>
                  </a:cubicBezTo>
                  <a:lnTo>
                    <a:pt x="392546" y="173611"/>
                  </a:lnTo>
                  <a:cubicBezTo>
                    <a:pt x="392546" y="134788"/>
                    <a:pt x="384904" y="102562"/>
                    <a:pt x="369670" y="76839"/>
                  </a:cubicBezTo>
                  <a:cubicBezTo>
                    <a:pt x="354387" y="51162"/>
                    <a:pt x="332508" y="31941"/>
                    <a:pt x="303984" y="19174"/>
                  </a:cubicBezTo>
                  <a:close/>
                  <a:moveTo>
                    <a:pt x="331369" y="197531"/>
                  </a:moveTo>
                  <a:cubicBezTo>
                    <a:pt x="331369" y="238015"/>
                    <a:pt x="320596" y="268010"/>
                    <a:pt x="299048" y="287563"/>
                  </a:cubicBezTo>
                  <a:cubicBezTo>
                    <a:pt x="277502" y="307117"/>
                    <a:pt x="245323" y="316894"/>
                    <a:pt x="202514" y="316894"/>
                  </a:cubicBezTo>
                  <a:lnTo>
                    <a:pt x="62221" y="316894"/>
                  </a:lnTo>
                  <a:lnTo>
                    <a:pt x="62221" y="56193"/>
                  </a:lnTo>
                  <a:lnTo>
                    <a:pt x="202514" y="56193"/>
                  </a:lnTo>
                  <a:cubicBezTo>
                    <a:pt x="245323" y="56193"/>
                    <a:pt x="277454" y="65733"/>
                    <a:pt x="299048" y="84812"/>
                  </a:cubicBezTo>
                  <a:cubicBezTo>
                    <a:pt x="320596" y="103891"/>
                    <a:pt x="331369" y="134171"/>
                    <a:pt x="331369" y="175604"/>
                  </a:cubicBezTo>
                  <a:lnTo>
                    <a:pt x="331369" y="197531"/>
                  </a:lnTo>
                  <a:close/>
                </a:path>
              </a:pathLst>
            </a:custGeom>
            <a:solidFill>
              <a:srgbClr val="0F214A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0BE55B35-BCD3-452D-ACF7-4C9EE830DAF9}"/>
                </a:ext>
              </a:extLst>
            </p:cNvPr>
            <p:cNvSpPr/>
            <p:nvPr/>
          </p:nvSpPr>
          <p:spPr>
            <a:xfrm>
              <a:off x="8344036" y="4927183"/>
              <a:ext cx="410485" cy="373134"/>
            </a:xfrm>
            <a:custGeom>
              <a:avLst/>
              <a:gdLst>
                <a:gd name="connsiteX0" fmla="*/ 349262 w 410485"/>
                <a:gd name="connsiteY0" fmla="*/ 291598 h 373134"/>
                <a:gd name="connsiteX1" fmla="*/ 60702 w 410485"/>
                <a:gd name="connsiteY1" fmla="*/ 0 h 373134"/>
                <a:gd name="connsiteX2" fmla="*/ 26388 w 410485"/>
                <a:gd name="connsiteY2" fmla="*/ 0 h 373134"/>
                <a:gd name="connsiteX3" fmla="*/ 0 w 410485"/>
                <a:gd name="connsiteY3" fmla="*/ 0 h 373134"/>
                <a:gd name="connsiteX4" fmla="*/ 0 w 410485"/>
                <a:gd name="connsiteY4" fmla="*/ 373135 h 373134"/>
                <a:gd name="connsiteX5" fmla="*/ 60702 w 410485"/>
                <a:gd name="connsiteY5" fmla="*/ 373135 h 373134"/>
                <a:gd name="connsiteX6" fmla="*/ 60702 w 410485"/>
                <a:gd name="connsiteY6" fmla="*/ 81917 h 373134"/>
                <a:gd name="connsiteX7" fmla="*/ 349262 w 410485"/>
                <a:gd name="connsiteY7" fmla="*/ 373135 h 373134"/>
                <a:gd name="connsiteX8" fmla="*/ 410486 w 410485"/>
                <a:gd name="connsiteY8" fmla="*/ 373135 h 373134"/>
                <a:gd name="connsiteX9" fmla="*/ 410486 w 410485"/>
                <a:gd name="connsiteY9" fmla="*/ 0 h 373134"/>
                <a:gd name="connsiteX10" fmla="*/ 349262 w 410485"/>
                <a:gd name="connsiteY10" fmla="*/ 0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0485" h="373134">
                  <a:moveTo>
                    <a:pt x="349262" y="291598"/>
                  </a:moveTo>
                  <a:lnTo>
                    <a:pt x="60702" y="0"/>
                  </a:lnTo>
                  <a:lnTo>
                    <a:pt x="26388" y="0"/>
                  </a:lnTo>
                  <a:lnTo>
                    <a:pt x="0" y="0"/>
                  </a:lnTo>
                  <a:lnTo>
                    <a:pt x="0" y="373135"/>
                  </a:lnTo>
                  <a:lnTo>
                    <a:pt x="60702" y="373135"/>
                  </a:lnTo>
                  <a:lnTo>
                    <a:pt x="60702" y="81917"/>
                  </a:lnTo>
                  <a:lnTo>
                    <a:pt x="349262" y="373135"/>
                  </a:lnTo>
                  <a:lnTo>
                    <a:pt x="410486" y="373135"/>
                  </a:lnTo>
                  <a:lnTo>
                    <a:pt x="410486" y="0"/>
                  </a:lnTo>
                  <a:lnTo>
                    <a:pt x="349262" y="0"/>
                  </a:lnTo>
                  <a:close/>
                </a:path>
              </a:pathLst>
            </a:custGeom>
            <a:solidFill>
              <a:srgbClr val="0F214A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3507E5F-080B-4B43-8774-A56A2FC9A2FD}"/>
                </a:ext>
              </a:extLst>
            </p:cNvPr>
            <p:cNvSpPr/>
            <p:nvPr/>
          </p:nvSpPr>
          <p:spPr>
            <a:xfrm>
              <a:off x="8863965" y="4927183"/>
              <a:ext cx="421876" cy="373134"/>
            </a:xfrm>
            <a:custGeom>
              <a:avLst/>
              <a:gdLst>
                <a:gd name="connsiteX0" fmla="*/ 355716 w 421876"/>
                <a:gd name="connsiteY0" fmla="*/ 0 h 373134"/>
                <a:gd name="connsiteX1" fmla="*/ 212955 w 421876"/>
                <a:gd name="connsiteY1" fmla="*/ 291598 h 373134"/>
                <a:gd name="connsiteX2" fmla="*/ 70146 w 421876"/>
                <a:gd name="connsiteY2" fmla="*/ 0 h 373134"/>
                <a:gd name="connsiteX3" fmla="*/ 0 w 421876"/>
                <a:gd name="connsiteY3" fmla="*/ 0 h 373134"/>
                <a:gd name="connsiteX4" fmla="*/ 187042 w 421876"/>
                <a:gd name="connsiteY4" fmla="*/ 373135 h 373134"/>
                <a:gd name="connsiteX5" fmla="*/ 235309 w 421876"/>
                <a:gd name="connsiteY5" fmla="*/ 373135 h 373134"/>
                <a:gd name="connsiteX6" fmla="*/ 421876 w 421876"/>
                <a:gd name="connsiteY6" fmla="*/ 0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21876" h="373134">
                  <a:moveTo>
                    <a:pt x="355716" y="0"/>
                  </a:moveTo>
                  <a:lnTo>
                    <a:pt x="212955" y="291598"/>
                  </a:lnTo>
                  <a:lnTo>
                    <a:pt x="70146" y="0"/>
                  </a:lnTo>
                  <a:lnTo>
                    <a:pt x="0" y="0"/>
                  </a:lnTo>
                  <a:lnTo>
                    <a:pt x="187042" y="373135"/>
                  </a:lnTo>
                  <a:lnTo>
                    <a:pt x="235309" y="373135"/>
                  </a:lnTo>
                  <a:lnTo>
                    <a:pt x="421876" y="0"/>
                  </a:lnTo>
                  <a:close/>
                </a:path>
              </a:pathLst>
            </a:custGeom>
            <a:solidFill>
              <a:srgbClr val="0F214A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7FF2DD87-B8CA-45C0-BA1C-B49C8E22756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0000" y="539750"/>
            <a:ext cx="5017838" cy="5507039"/>
          </a:xfrm>
        </p:spPr>
        <p:txBody>
          <a:bodyPr anchor="ctr" anchorCtr="0"/>
          <a:lstStyle>
            <a:lvl1pPr marL="0" indent="0" algn="ctr">
              <a:lnSpc>
                <a:spcPct val="83000"/>
              </a:lnSpc>
              <a:spcBef>
                <a:spcPts val="0"/>
              </a:spcBef>
              <a:buNone/>
              <a:defRPr sz="6000">
                <a:solidFill>
                  <a:schemeClr val="bg1"/>
                </a:solidFill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GB"/>
              <a:t>Click to add text</a:t>
            </a:r>
            <a:endParaRPr lang="en-GB" dirty="0"/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EDAF23F1-B8C0-484A-B65F-256F7805880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35999" y="539750"/>
            <a:ext cx="5019555" cy="5502327"/>
          </a:xfrm>
        </p:spPr>
        <p:txBody>
          <a:bodyPr anchor="ctr" anchorCtr="0"/>
          <a:lstStyle>
            <a:lvl1pPr marL="0" indent="0" algn="ctr">
              <a:lnSpc>
                <a:spcPct val="83000"/>
              </a:lnSpc>
              <a:spcBef>
                <a:spcPts val="0"/>
              </a:spcBef>
              <a:buNone/>
              <a:defRPr sz="6000">
                <a:solidFill>
                  <a:schemeClr val="accent1"/>
                </a:solidFill>
              </a:defRPr>
            </a:lvl1pPr>
            <a:lvl2pPr marL="0" indent="0" algn="ctr">
              <a:buNone/>
              <a:defRPr>
                <a:solidFill>
                  <a:schemeClr val="accent1"/>
                </a:solidFill>
              </a:defRPr>
            </a:lvl2pPr>
            <a:lvl3pPr marL="0" indent="0" algn="ctr">
              <a:buNone/>
              <a:defRPr>
                <a:solidFill>
                  <a:schemeClr val="accent1"/>
                </a:solidFill>
              </a:defRPr>
            </a:lvl3pPr>
            <a:lvl4pPr marL="0" indent="0" algn="ctr">
              <a:buNone/>
              <a:defRPr>
                <a:solidFill>
                  <a:schemeClr val="accent1"/>
                </a:solidFill>
              </a:defRPr>
            </a:lvl4pPr>
            <a:lvl5pPr marL="0" indent="0" algn="ctr">
              <a:buNone/>
              <a:defRPr>
                <a:solidFill>
                  <a:schemeClr val="accent1"/>
                </a:solidFill>
              </a:defRPr>
            </a:lvl5pPr>
            <a:lvl6pPr marL="0" indent="0" algn="ctr">
              <a:buNone/>
              <a:defRPr>
                <a:solidFill>
                  <a:schemeClr val="accent1"/>
                </a:solidFill>
              </a:defRPr>
            </a:lvl6pPr>
            <a:lvl7pPr marL="0" indent="0" algn="ctr">
              <a:buNone/>
              <a:defRPr>
                <a:solidFill>
                  <a:schemeClr val="accent1"/>
                </a:solidFill>
              </a:defRPr>
            </a:lvl7pPr>
            <a:lvl8pPr marL="0" indent="0" algn="ctr">
              <a:buNone/>
              <a:defRPr>
                <a:solidFill>
                  <a:schemeClr val="accent1"/>
                </a:solidFill>
              </a:defRPr>
            </a:lvl8pPr>
            <a:lvl9pPr marL="0" indent="0" algn="ctr">
              <a:buNone/>
              <a:defRPr>
                <a:solidFill>
                  <a:schemeClr val="accent1"/>
                </a:solidFill>
              </a:defRPr>
            </a:lvl9pPr>
          </a:lstStyle>
          <a:p>
            <a:pPr lvl="0"/>
            <a:r>
              <a:rPr lang="en-GB"/>
              <a:t>Click to add text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BA07366-CB75-4AA8-9E5B-928B849F427C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4" name="_SD_FLD_Copyright">
            <a:extLst>
              <a:ext uri="{FF2B5EF4-FFF2-40B4-BE49-F238E27FC236}">
                <a16:creationId xmlns:a16="http://schemas.microsoft.com/office/drawing/2014/main" id="{1099F517-19A2-4C2A-9FAD-96F0B4770965}"/>
              </a:ext>
            </a:extLst>
          </p:cNvPr>
          <p:cNvSpPr txBox="1"/>
          <p:nvPr userDrawn="1"/>
        </p:nvSpPr>
        <p:spPr>
          <a:xfrm>
            <a:off x="853200" y="6440400"/>
            <a:ext cx="278923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sz="700" noProof="0">
                <a:solidFill>
                  <a:schemeClr val="bg1"/>
                </a:solidFill>
              </a:rPr>
              <a:t>DNV ©</a:t>
            </a:r>
            <a:endParaRPr lang="en-GB" sz="700" noProof="0" dirty="0">
              <a:solidFill>
                <a:schemeClr val="bg1"/>
              </a:solidFill>
            </a:endParaRPr>
          </a:p>
        </p:txBody>
      </p:sp>
      <p:sp>
        <p:nvSpPr>
          <p:cNvPr id="15" name="SD_FLD_DocumentDate">
            <a:extLst>
              <a:ext uri="{FF2B5EF4-FFF2-40B4-BE49-F238E27FC236}">
                <a16:creationId xmlns:a16="http://schemas.microsoft.com/office/drawing/2014/main" id="{5E6CBA46-0BD0-48FA-8FB9-5998CF0BE07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66400" y="6440400"/>
            <a:ext cx="1198800" cy="15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t" anchorCtr="0"/>
          <a:lstStyle/>
          <a:p>
            <a:pPr algn="ctr">
              <a:spcBef>
                <a:spcPts val="0"/>
              </a:spcBef>
            </a:pPr>
            <a:r>
              <a:rPr lang="en-GB" altLang="ja-JP" sz="700" cap="all" baseline="0">
                <a:solidFill>
                  <a:schemeClr val="bg1"/>
                </a:solidFill>
                <a:ea typeface="ＭＳ Ｐゴシック" charset="-128"/>
                <a:cs typeface="Arial" charset="0"/>
              </a:rPr>
              <a:t>24 April 2024</a:t>
            </a:r>
            <a:endParaRPr lang="en-GB" altLang="ja-JP" sz="700" cap="all" baseline="0" dirty="0">
              <a:solidFill>
                <a:schemeClr val="bg1"/>
              </a:solidFill>
              <a:ea typeface="ＭＳ Ｐゴシック" charset="-128"/>
              <a:cs typeface="Arial" charset="0"/>
            </a:endParaRPr>
          </a:p>
        </p:txBody>
      </p:sp>
      <p:sp>
        <p:nvSpPr>
          <p:cNvPr id="20" name="SD_FLD_Draft" hidden="1">
            <a:extLst>
              <a:ext uri="{FF2B5EF4-FFF2-40B4-BE49-F238E27FC236}">
                <a16:creationId xmlns:a16="http://schemas.microsoft.com/office/drawing/2014/main" id="{CBE67342-2E3A-472F-99DC-5A501BFB7EA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243513" y="6232324"/>
            <a:ext cx="1700337" cy="208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14400" rIns="0" bIns="0" anchor="t" anchorCtr="0"/>
          <a:lstStyle/>
          <a:p>
            <a:pPr algn="ctr">
              <a:lnSpc>
                <a:spcPct val="83000"/>
              </a:lnSpc>
              <a:spcBef>
                <a:spcPts val="0"/>
              </a:spcBef>
            </a:pPr>
            <a:r>
              <a:rPr lang="en-GB" altLang="ja-JP" sz="1600" b="0" cap="all" baseline="0" dirty="0">
                <a:solidFill>
                  <a:srgbClr val="C4262E"/>
                </a:solidFill>
                <a:ea typeface="ＭＳ Ｐゴシック" charset="-128"/>
                <a:cs typeface="Arial" charset="0"/>
              </a:rPr>
              <a:t>DRAFT</a:t>
            </a:r>
          </a:p>
        </p:txBody>
      </p:sp>
      <p:sp>
        <p:nvSpPr>
          <p:cNvPr id="21" name="SD_FLD_Confidentiality">
            <a:extLst>
              <a:ext uri="{FF2B5EF4-FFF2-40B4-BE49-F238E27FC236}">
                <a16:creationId xmlns:a16="http://schemas.microsoft.com/office/drawing/2014/main" id="{ED9239D1-7B53-4A1A-9075-35947DE7366F}"/>
              </a:ext>
            </a:extLst>
          </p:cNvPr>
          <p:cNvSpPr/>
          <p:nvPr userDrawn="1"/>
        </p:nvSpPr>
        <p:spPr>
          <a:xfrm>
            <a:off x="7131600" y="6440400"/>
            <a:ext cx="2440800" cy="151200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0" algn="ctr" defTabSz="914400" rtl="0" eaLnBrk="1" latinLnBrk="0" hangingPunct="1">
              <a:lnSpc>
                <a:spcPct val="100000"/>
              </a:lnSpc>
              <a:spcBef>
                <a:spcPts val="0"/>
              </a:spcBef>
            </a:pPr>
            <a:endParaRPr lang="en-GB" sz="700" b="0" kern="1200" cap="all" baseline="0" dirty="0">
              <a:solidFill>
                <a:schemeClr val="accent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06910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177" userDrawn="1">
          <p15:clr>
            <a:srgbClr val="F26B43"/>
          </p15:clr>
        </p15:guide>
        <p15:guide id="2" pos="3501" userDrawn="1">
          <p15:clr>
            <a:srgbClr val="F26B43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mparisi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E5A94F9-752C-4C17-A881-9EC3D1BFC081}"/>
              </a:ext>
            </a:extLst>
          </p:cNvPr>
          <p:cNvSpPr/>
          <p:nvPr userDrawn="1"/>
        </p:nvSpPr>
        <p:spPr bwMode="ltGray">
          <a:xfrm>
            <a:off x="0" y="0"/>
            <a:ext cx="12191999" cy="6861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 noProof="0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7FF2DD87-B8CA-45C0-BA1C-B49C8E22756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0000" y="539750"/>
            <a:ext cx="5019556" cy="5507039"/>
          </a:xfrm>
        </p:spPr>
        <p:txBody>
          <a:bodyPr anchor="ctr" anchorCtr="0"/>
          <a:lstStyle>
            <a:lvl1pPr marL="0" indent="0" algn="ctr">
              <a:lnSpc>
                <a:spcPct val="83000"/>
              </a:lnSpc>
              <a:spcBef>
                <a:spcPts val="0"/>
              </a:spcBef>
              <a:buNone/>
              <a:defRPr sz="6000">
                <a:solidFill>
                  <a:schemeClr val="bg1"/>
                </a:solidFill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GB"/>
              <a:t>Click to add text</a:t>
            </a:r>
            <a:endParaRPr lang="en-GB" dirty="0"/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EDAF23F1-B8C0-484A-B65F-256F7805880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32446" y="539750"/>
            <a:ext cx="5018217" cy="5502327"/>
          </a:xfrm>
        </p:spPr>
        <p:txBody>
          <a:bodyPr anchor="ctr" anchorCtr="0"/>
          <a:lstStyle>
            <a:lvl1pPr marL="0" indent="0" algn="ctr">
              <a:lnSpc>
                <a:spcPct val="83000"/>
              </a:lnSpc>
              <a:spcBef>
                <a:spcPts val="0"/>
              </a:spcBef>
              <a:buNone/>
              <a:defRPr sz="6000">
                <a:solidFill>
                  <a:schemeClr val="bg1"/>
                </a:solidFill>
              </a:defRPr>
            </a:lvl1pPr>
            <a:lvl2pPr marL="0" indent="0" algn="ctr">
              <a:buNone/>
              <a:defRPr>
                <a:solidFill>
                  <a:schemeClr val="accent1"/>
                </a:solidFill>
              </a:defRPr>
            </a:lvl2pPr>
            <a:lvl3pPr marL="0" indent="0" algn="ctr">
              <a:buNone/>
              <a:defRPr>
                <a:solidFill>
                  <a:schemeClr val="accent1"/>
                </a:solidFill>
              </a:defRPr>
            </a:lvl3pPr>
            <a:lvl4pPr marL="0" indent="0" algn="ctr">
              <a:buNone/>
              <a:defRPr>
                <a:solidFill>
                  <a:schemeClr val="accent1"/>
                </a:solidFill>
              </a:defRPr>
            </a:lvl4pPr>
            <a:lvl5pPr marL="0" indent="0" algn="ctr">
              <a:buNone/>
              <a:defRPr>
                <a:solidFill>
                  <a:schemeClr val="accent1"/>
                </a:solidFill>
              </a:defRPr>
            </a:lvl5pPr>
            <a:lvl6pPr marL="0" indent="0" algn="ctr">
              <a:buNone/>
              <a:defRPr>
                <a:solidFill>
                  <a:schemeClr val="accent1"/>
                </a:solidFill>
              </a:defRPr>
            </a:lvl6pPr>
            <a:lvl7pPr marL="0" indent="0" algn="ctr">
              <a:buNone/>
              <a:defRPr>
                <a:solidFill>
                  <a:schemeClr val="accent1"/>
                </a:solidFill>
              </a:defRPr>
            </a:lvl7pPr>
            <a:lvl8pPr marL="0" indent="0" algn="ctr">
              <a:buNone/>
              <a:defRPr>
                <a:solidFill>
                  <a:schemeClr val="accent1"/>
                </a:solidFill>
              </a:defRPr>
            </a:lvl8pPr>
            <a:lvl9pPr marL="0" indent="0" algn="ctr">
              <a:buNone/>
              <a:defRPr>
                <a:solidFill>
                  <a:schemeClr val="accent1"/>
                </a:solidFill>
              </a:defRPr>
            </a:lvl9pPr>
          </a:lstStyle>
          <a:p>
            <a:pPr lvl="0"/>
            <a:r>
              <a:rPr lang="en-GB"/>
              <a:t>Click to add text</a:t>
            </a:r>
            <a:endParaRPr lang="en-GB" dirty="0"/>
          </a:p>
        </p:txBody>
      </p:sp>
      <p:grpSp>
        <p:nvGrpSpPr>
          <p:cNvPr id="20" name="Logo">
            <a:extLst>
              <a:ext uri="{FF2B5EF4-FFF2-40B4-BE49-F238E27FC236}">
                <a16:creationId xmlns:a16="http://schemas.microsoft.com/office/drawing/2014/main" id="{09F58BCB-349D-4CC0-8F66-E3D4A6043645}"/>
              </a:ext>
            </a:extLst>
          </p:cNvPr>
          <p:cNvGrpSpPr/>
          <p:nvPr userDrawn="1"/>
        </p:nvGrpSpPr>
        <p:grpSpPr>
          <a:xfrm>
            <a:off x="10893210" y="6350918"/>
            <a:ext cx="755843" cy="322808"/>
            <a:chOff x="6380216" y="4059273"/>
            <a:chExt cx="2905863" cy="1241045"/>
          </a:xfrm>
          <a:solidFill>
            <a:schemeClr val="bg1"/>
          </a:solidFill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D5BB903-91B3-4C64-AE64-AAC4942FD2AA}"/>
                </a:ext>
              </a:extLst>
            </p:cNvPr>
            <p:cNvSpPr/>
            <p:nvPr/>
          </p:nvSpPr>
          <p:spPr>
            <a:xfrm>
              <a:off x="6380216" y="4059273"/>
              <a:ext cx="2905863" cy="346936"/>
            </a:xfrm>
            <a:custGeom>
              <a:avLst/>
              <a:gdLst>
                <a:gd name="connsiteX0" fmla="*/ 0 w 2905863"/>
                <a:gd name="connsiteY0" fmla="*/ 0 h 346936"/>
                <a:gd name="connsiteX1" fmla="*/ 2905864 w 2905863"/>
                <a:gd name="connsiteY1" fmla="*/ 0 h 346936"/>
                <a:gd name="connsiteX2" fmla="*/ 2905864 w 2905863"/>
                <a:gd name="connsiteY2" fmla="*/ 346937 h 346936"/>
                <a:gd name="connsiteX3" fmla="*/ 0 w 2905863"/>
                <a:gd name="connsiteY3" fmla="*/ 346937 h 346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346936">
                  <a:moveTo>
                    <a:pt x="0" y="0"/>
                  </a:moveTo>
                  <a:lnTo>
                    <a:pt x="2905864" y="0"/>
                  </a:lnTo>
                  <a:lnTo>
                    <a:pt x="2905864" y="346937"/>
                  </a:lnTo>
                  <a:lnTo>
                    <a:pt x="0" y="346937"/>
                  </a:lnTo>
                  <a:close/>
                </a:path>
              </a:pathLst>
            </a:custGeom>
            <a:grpFill/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80EDA47-3086-46DB-BCBE-D169392A4A65}"/>
                </a:ext>
              </a:extLst>
            </p:cNvPr>
            <p:cNvSpPr/>
            <p:nvPr/>
          </p:nvSpPr>
          <p:spPr>
            <a:xfrm>
              <a:off x="6380216" y="4521775"/>
              <a:ext cx="2905863" cy="57854"/>
            </a:xfrm>
            <a:custGeom>
              <a:avLst/>
              <a:gdLst>
                <a:gd name="connsiteX0" fmla="*/ 0 w 2905863"/>
                <a:gd name="connsiteY0" fmla="*/ 0 h 57854"/>
                <a:gd name="connsiteX1" fmla="*/ 2905864 w 2905863"/>
                <a:gd name="connsiteY1" fmla="*/ 0 h 57854"/>
                <a:gd name="connsiteX2" fmla="*/ 2905864 w 2905863"/>
                <a:gd name="connsiteY2" fmla="*/ 57854 h 57854"/>
                <a:gd name="connsiteX3" fmla="*/ 0 w 2905863"/>
                <a:gd name="connsiteY3" fmla="*/ 57854 h 57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57854">
                  <a:moveTo>
                    <a:pt x="0" y="0"/>
                  </a:moveTo>
                  <a:lnTo>
                    <a:pt x="2905864" y="0"/>
                  </a:lnTo>
                  <a:lnTo>
                    <a:pt x="2905864" y="57854"/>
                  </a:lnTo>
                  <a:lnTo>
                    <a:pt x="0" y="57854"/>
                  </a:lnTo>
                  <a:close/>
                </a:path>
              </a:pathLst>
            </a:custGeom>
            <a:grpFill/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83B5DC88-1778-444D-A3B1-B396024A726B}"/>
                </a:ext>
              </a:extLst>
            </p:cNvPr>
            <p:cNvSpPr/>
            <p:nvPr/>
          </p:nvSpPr>
          <p:spPr>
            <a:xfrm>
              <a:off x="6380216" y="4637294"/>
              <a:ext cx="2905863" cy="115566"/>
            </a:xfrm>
            <a:custGeom>
              <a:avLst/>
              <a:gdLst>
                <a:gd name="connsiteX0" fmla="*/ 0 w 2905863"/>
                <a:gd name="connsiteY0" fmla="*/ 0 h 115566"/>
                <a:gd name="connsiteX1" fmla="*/ 2905864 w 2905863"/>
                <a:gd name="connsiteY1" fmla="*/ 0 h 115566"/>
                <a:gd name="connsiteX2" fmla="*/ 2905864 w 2905863"/>
                <a:gd name="connsiteY2" fmla="*/ 115566 h 115566"/>
                <a:gd name="connsiteX3" fmla="*/ 0 w 2905863"/>
                <a:gd name="connsiteY3" fmla="*/ 115566 h 115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115566">
                  <a:moveTo>
                    <a:pt x="0" y="0"/>
                  </a:moveTo>
                  <a:lnTo>
                    <a:pt x="2905864" y="0"/>
                  </a:lnTo>
                  <a:lnTo>
                    <a:pt x="2905864" y="115566"/>
                  </a:lnTo>
                  <a:lnTo>
                    <a:pt x="0" y="115566"/>
                  </a:lnTo>
                  <a:close/>
                </a:path>
              </a:pathLst>
            </a:custGeom>
            <a:grpFill/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EA1697D9-4CF2-4944-93CF-B1FC9B02CC7A}"/>
                </a:ext>
              </a:extLst>
            </p:cNvPr>
            <p:cNvSpPr/>
            <p:nvPr/>
          </p:nvSpPr>
          <p:spPr>
            <a:xfrm>
              <a:off x="7833598" y="4927183"/>
              <a:ext cx="392545" cy="373134"/>
            </a:xfrm>
            <a:custGeom>
              <a:avLst/>
              <a:gdLst>
                <a:gd name="connsiteX0" fmla="*/ 303984 w 392545"/>
                <a:gd name="connsiteY0" fmla="*/ 19174 h 373134"/>
                <a:gd name="connsiteX1" fmla="*/ 201992 w 392545"/>
                <a:gd name="connsiteY1" fmla="*/ 0 h 373134"/>
                <a:gd name="connsiteX2" fmla="*/ 62173 w 392545"/>
                <a:gd name="connsiteY2" fmla="*/ 0 h 373134"/>
                <a:gd name="connsiteX3" fmla="*/ 27859 w 392545"/>
                <a:gd name="connsiteY3" fmla="*/ 0 h 373134"/>
                <a:gd name="connsiteX4" fmla="*/ 0 w 392545"/>
                <a:gd name="connsiteY4" fmla="*/ 0 h 373134"/>
                <a:gd name="connsiteX5" fmla="*/ 0 w 392545"/>
                <a:gd name="connsiteY5" fmla="*/ 373135 h 373134"/>
                <a:gd name="connsiteX6" fmla="*/ 27859 w 392545"/>
                <a:gd name="connsiteY6" fmla="*/ 373135 h 373134"/>
                <a:gd name="connsiteX7" fmla="*/ 62173 w 392545"/>
                <a:gd name="connsiteY7" fmla="*/ 373135 h 373134"/>
                <a:gd name="connsiteX8" fmla="*/ 201992 w 392545"/>
                <a:gd name="connsiteY8" fmla="*/ 373135 h 373134"/>
                <a:gd name="connsiteX9" fmla="*/ 303984 w 392545"/>
                <a:gd name="connsiteY9" fmla="*/ 353961 h 373134"/>
                <a:gd name="connsiteX10" fmla="*/ 369670 w 392545"/>
                <a:gd name="connsiteY10" fmla="*/ 296249 h 373134"/>
                <a:gd name="connsiteX11" fmla="*/ 392546 w 392545"/>
                <a:gd name="connsiteY11" fmla="*/ 199477 h 373134"/>
                <a:gd name="connsiteX12" fmla="*/ 392546 w 392545"/>
                <a:gd name="connsiteY12" fmla="*/ 173611 h 373134"/>
                <a:gd name="connsiteX13" fmla="*/ 369670 w 392545"/>
                <a:gd name="connsiteY13" fmla="*/ 76839 h 373134"/>
                <a:gd name="connsiteX14" fmla="*/ 303984 w 392545"/>
                <a:gd name="connsiteY14" fmla="*/ 19174 h 373134"/>
                <a:gd name="connsiteX15" fmla="*/ 331369 w 392545"/>
                <a:gd name="connsiteY15" fmla="*/ 197531 h 373134"/>
                <a:gd name="connsiteX16" fmla="*/ 299048 w 392545"/>
                <a:gd name="connsiteY16" fmla="*/ 287563 h 373134"/>
                <a:gd name="connsiteX17" fmla="*/ 202514 w 392545"/>
                <a:gd name="connsiteY17" fmla="*/ 316894 h 373134"/>
                <a:gd name="connsiteX18" fmla="*/ 62221 w 392545"/>
                <a:gd name="connsiteY18" fmla="*/ 316894 h 373134"/>
                <a:gd name="connsiteX19" fmla="*/ 62221 w 392545"/>
                <a:gd name="connsiteY19" fmla="*/ 56193 h 373134"/>
                <a:gd name="connsiteX20" fmla="*/ 202514 w 392545"/>
                <a:gd name="connsiteY20" fmla="*/ 56193 h 373134"/>
                <a:gd name="connsiteX21" fmla="*/ 299048 w 392545"/>
                <a:gd name="connsiteY21" fmla="*/ 84812 h 373134"/>
                <a:gd name="connsiteX22" fmla="*/ 331369 w 392545"/>
                <a:gd name="connsiteY22" fmla="*/ 175604 h 373134"/>
                <a:gd name="connsiteX23" fmla="*/ 331369 w 392545"/>
                <a:gd name="connsiteY23" fmla="*/ 197531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92545" h="373134">
                  <a:moveTo>
                    <a:pt x="303984" y="19174"/>
                  </a:moveTo>
                  <a:cubicBezTo>
                    <a:pt x="275461" y="6407"/>
                    <a:pt x="241479" y="0"/>
                    <a:pt x="201992" y="0"/>
                  </a:cubicBezTo>
                  <a:lnTo>
                    <a:pt x="62173" y="0"/>
                  </a:lnTo>
                  <a:lnTo>
                    <a:pt x="27859" y="0"/>
                  </a:lnTo>
                  <a:lnTo>
                    <a:pt x="0" y="0"/>
                  </a:lnTo>
                  <a:lnTo>
                    <a:pt x="0" y="373135"/>
                  </a:lnTo>
                  <a:lnTo>
                    <a:pt x="27859" y="373135"/>
                  </a:lnTo>
                  <a:lnTo>
                    <a:pt x="62173" y="373135"/>
                  </a:lnTo>
                  <a:lnTo>
                    <a:pt x="201992" y="373135"/>
                  </a:lnTo>
                  <a:cubicBezTo>
                    <a:pt x="241479" y="373135"/>
                    <a:pt x="275461" y="366728"/>
                    <a:pt x="303984" y="353961"/>
                  </a:cubicBezTo>
                  <a:cubicBezTo>
                    <a:pt x="332508" y="341194"/>
                    <a:pt x="354387" y="321972"/>
                    <a:pt x="369670" y="296249"/>
                  </a:cubicBezTo>
                  <a:cubicBezTo>
                    <a:pt x="384904" y="270525"/>
                    <a:pt x="392546" y="238299"/>
                    <a:pt x="392546" y="199477"/>
                  </a:cubicBezTo>
                  <a:lnTo>
                    <a:pt x="392546" y="173611"/>
                  </a:lnTo>
                  <a:cubicBezTo>
                    <a:pt x="392546" y="134788"/>
                    <a:pt x="384904" y="102562"/>
                    <a:pt x="369670" y="76839"/>
                  </a:cubicBezTo>
                  <a:cubicBezTo>
                    <a:pt x="354387" y="51162"/>
                    <a:pt x="332508" y="31941"/>
                    <a:pt x="303984" y="19174"/>
                  </a:cubicBezTo>
                  <a:close/>
                  <a:moveTo>
                    <a:pt x="331369" y="197531"/>
                  </a:moveTo>
                  <a:cubicBezTo>
                    <a:pt x="331369" y="238015"/>
                    <a:pt x="320596" y="268010"/>
                    <a:pt x="299048" y="287563"/>
                  </a:cubicBezTo>
                  <a:cubicBezTo>
                    <a:pt x="277502" y="307117"/>
                    <a:pt x="245323" y="316894"/>
                    <a:pt x="202514" y="316894"/>
                  </a:cubicBezTo>
                  <a:lnTo>
                    <a:pt x="62221" y="316894"/>
                  </a:lnTo>
                  <a:lnTo>
                    <a:pt x="62221" y="56193"/>
                  </a:lnTo>
                  <a:lnTo>
                    <a:pt x="202514" y="56193"/>
                  </a:lnTo>
                  <a:cubicBezTo>
                    <a:pt x="245323" y="56193"/>
                    <a:pt x="277454" y="65733"/>
                    <a:pt x="299048" y="84812"/>
                  </a:cubicBezTo>
                  <a:cubicBezTo>
                    <a:pt x="320596" y="103891"/>
                    <a:pt x="331369" y="134171"/>
                    <a:pt x="331369" y="175604"/>
                  </a:cubicBezTo>
                  <a:lnTo>
                    <a:pt x="331369" y="197531"/>
                  </a:lnTo>
                  <a:close/>
                </a:path>
              </a:pathLst>
            </a:custGeom>
            <a:grpFill/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B25C48EF-8251-429D-871E-391A6900D198}"/>
                </a:ext>
              </a:extLst>
            </p:cNvPr>
            <p:cNvSpPr/>
            <p:nvPr/>
          </p:nvSpPr>
          <p:spPr>
            <a:xfrm>
              <a:off x="8344036" y="4927183"/>
              <a:ext cx="410485" cy="373134"/>
            </a:xfrm>
            <a:custGeom>
              <a:avLst/>
              <a:gdLst>
                <a:gd name="connsiteX0" fmla="*/ 349262 w 410485"/>
                <a:gd name="connsiteY0" fmla="*/ 291598 h 373134"/>
                <a:gd name="connsiteX1" fmla="*/ 60702 w 410485"/>
                <a:gd name="connsiteY1" fmla="*/ 0 h 373134"/>
                <a:gd name="connsiteX2" fmla="*/ 26388 w 410485"/>
                <a:gd name="connsiteY2" fmla="*/ 0 h 373134"/>
                <a:gd name="connsiteX3" fmla="*/ 0 w 410485"/>
                <a:gd name="connsiteY3" fmla="*/ 0 h 373134"/>
                <a:gd name="connsiteX4" fmla="*/ 0 w 410485"/>
                <a:gd name="connsiteY4" fmla="*/ 373135 h 373134"/>
                <a:gd name="connsiteX5" fmla="*/ 60702 w 410485"/>
                <a:gd name="connsiteY5" fmla="*/ 373135 h 373134"/>
                <a:gd name="connsiteX6" fmla="*/ 60702 w 410485"/>
                <a:gd name="connsiteY6" fmla="*/ 81917 h 373134"/>
                <a:gd name="connsiteX7" fmla="*/ 349262 w 410485"/>
                <a:gd name="connsiteY7" fmla="*/ 373135 h 373134"/>
                <a:gd name="connsiteX8" fmla="*/ 410486 w 410485"/>
                <a:gd name="connsiteY8" fmla="*/ 373135 h 373134"/>
                <a:gd name="connsiteX9" fmla="*/ 410486 w 410485"/>
                <a:gd name="connsiteY9" fmla="*/ 0 h 373134"/>
                <a:gd name="connsiteX10" fmla="*/ 349262 w 410485"/>
                <a:gd name="connsiteY10" fmla="*/ 0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0485" h="373134">
                  <a:moveTo>
                    <a:pt x="349262" y="291598"/>
                  </a:moveTo>
                  <a:lnTo>
                    <a:pt x="60702" y="0"/>
                  </a:lnTo>
                  <a:lnTo>
                    <a:pt x="26388" y="0"/>
                  </a:lnTo>
                  <a:lnTo>
                    <a:pt x="0" y="0"/>
                  </a:lnTo>
                  <a:lnTo>
                    <a:pt x="0" y="373135"/>
                  </a:lnTo>
                  <a:lnTo>
                    <a:pt x="60702" y="373135"/>
                  </a:lnTo>
                  <a:lnTo>
                    <a:pt x="60702" y="81917"/>
                  </a:lnTo>
                  <a:lnTo>
                    <a:pt x="349262" y="373135"/>
                  </a:lnTo>
                  <a:lnTo>
                    <a:pt x="410486" y="373135"/>
                  </a:lnTo>
                  <a:lnTo>
                    <a:pt x="410486" y="0"/>
                  </a:lnTo>
                  <a:lnTo>
                    <a:pt x="349262" y="0"/>
                  </a:lnTo>
                  <a:close/>
                </a:path>
              </a:pathLst>
            </a:custGeom>
            <a:grpFill/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1375CC11-5108-4662-A8B5-EA30F6DA9B5B}"/>
                </a:ext>
              </a:extLst>
            </p:cNvPr>
            <p:cNvSpPr/>
            <p:nvPr/>
          </p:nvSpPr>
          <p:spPr>
            <a:xfrm>
              <a:off x="8863965" y="4927183"/>
              <a:ext cx="421876" cy="373134"/>
            </a:xfrm>
            <a:custGeom>
              <a:avLst/>
              <a:gdLst>
                <a:gd name="connsiteX0" fmla="*/ 355716 w 421876"/>
                <a:gd name="connsiteY0" fmla="*/ 0 h 373134"/>
                <a:gd name="connsiteX1" fmla="*/ 212955 w 421876"/>
                <a:gd name="connsiteY1" fmla="*/ 291598 h 373134"/>
                <a:gd name="connsiteX2" fmla="*/ 70146 w 421876"/>
                <a:gd name="connsiteY2" fmla="*/ 0 h 373134"/>
                <a:gd name="connsiteX3" fmla="*/ 0 w 421876"/>
                <a:gd name="connsiteY3" fmla="*/ 0 h 373134"/>
                <a:gd name="connsiteX4" fmla="*/ 187042 w 421876"/>
                <a:gd name="connsiteY4" fmla="*/ 373135 h 373134"/>
                <a:gd name="connsiteX5" fmla="*/ 235309 w 421876"/>
                <a:gd name="connsiteY5" fmla="*/ 373135 h 373134"/>
                <a:gd name="connsiteX6" fmla="*/ 421876 w 421876"/>
                <a:gd name="connsiteY6" fmla="*/ 0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21876" h="373134">
                  <a:moveTo>
                    <a:pt x="355716" y="0"/>
                  </a:moveTo>
                  <a:lnTo>
                    <a:pt x="212955" y="291598"/>
                  </a:lnTo>
                  <a:lnTo>
                    <a:pt x="70146" y="0"/>
                  </a:lnTo>
                  <a:lnTo>
                    <a:pt x="0" y="0"/>
                  </a:lnTo>
                  <a:lnTo>
                    <a:pt x="187042" y="373135"/>
                  </a:lnTo>
                  <a:lnTo>
                    <a:pt x="235309" y="373135"/>
                  </a:lnTo>
                  <a:lnTo>
                    <a:pt x="421876" y="0"/>
                  </a:lnTo>
                  <a:close/>
                </a:path>
              </a:pathLst>
            </a:custGeom>
            <a:grpFill/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BA07366-CB75-4AA8-9E5B-928B849F427C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4" name="_SD_FLD_Copyright">
            <a:extLst>
              <a:ext uri="{FF2B5EF4-FFF2-40B4-BE49-F238E27FC236}">
                <a16:creationId xmlns:a16="http://schemas.microsoft.com/office/drawing/2014/main" id="{1099F517-19A2-4C2A-9FAD-96F0B4770965}"/>
              </a:ext>
            </a:extLst>
          </p:cNvPr>
          <p:cNvSpPr txBox="1"/>
          <p:nvPr userDrawn="1"/>
        </p:nvSpPr>
        <p:spPr>
          <a:xfrm>
            <a:off x="853200" y="6440400"/>
            <a:ext cx="278923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sz="700" noProof="0">
                <a:solidFill>
                  <a:schemeClr val="bg1"/>
                </a:solidFill>
              </a:rPr>
              <a:t>DNV ©</a:t>
            </a:r>
            <a:endParaRPr lang="en-GB" sz="700" noProof="0" dirty="0">
              <a:solidFill>
                <a:schemeClr val="bg1"/>
              </a:solidFill>
            </a:endParaRPr>
          </a:p>
        </p:txBody>
      </p:sp>
      <p:sp>
        <p:nvSpPr>
          <p:cNvPr id="15" name="SD_FLD_DocumentDate">
            <a:extLst>
              <a:ext uri="{FF2B5EF4-FFF2-40B4-BE49-F238E27FC236}">
                <a16:creationId xmlns:a16="http://schemas.microsoft.com/office/drawing/2014/main" id="{5E6CBA46-0BD0-48FA-8FB9-5998CF0BE07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66400" y="6440400"/>
            <a:ext cx="1198800" cy="15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t" anchorCtr="0"/>
          <a:lstStyle/>
          <a:p>
            <a:pPr algn="ctr">
              <a:spcBef>
                <a:spcPts val="0"/>
              </a:spcBef>
            </a:pPr>
            <a:r>
              <a:rPr lang="en-GB" altLang="ja-JP" sz="700" cap="all" baseline="0">
                <a:solidFill>
                  <a:schemeClr val="bg1"/>
                </a:solidFill>
                <a:ea typeface="ＭＳ Ｐゴシック" charset="-128"/>
                <a:cs typeface="Arial" charset="0"/>
              </a:rPr>
              <a:t>24 April 2024</a:t>
            </a:r>
            <a:endParaRPr lang="en-GB" altLang="ja-JP" sz="700" cap="all" baseline="0" dirty="0">
              <a:solidFill>
                <a:schemeClr val="bg1"/>
              </a:solidFill>
              <a:ea typeface="ＭＳ Ｐゴシック" charset="-128"/>
              <a:cs typeface="Arial" charset="0"/>
            </a:endParaRPr>
          </a:p>
        </p:txBody>
      </p:sp>
      <p:sp>
        <p:nvSpPr>
          <p:cNvPr id="27" name="SD_FLD_Draft" hidden="1">
            <a:extLst>
              <a:ext uri="{FF2B5EF4-FFF2-40B4-BE49-F238E27FC236}">
                <a16:creationId xmlns:a16="http://schemas.microsoft.com/office/drawing/2014/main" id="{3FC1FDE6-634E-475F-B714-288B04163A1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243513" y="6232324"/>
            <a:ext cx="1700337" cy="208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14400" rIns="0" bIns="0" anchor="t" anchorCtr="0"/>
          <a:lstStyle/>
          <a:p>
            <a:pPr algn="ctr">
              <a:lnSpc>
                <a:spcPct val="83000"/>
              </a:lnSpc>
              <a:spcBef>
                <a:spcPts val="0"/>
              </a:spcBef>
            </a:pPr>
            <a:r>
              <a:rPr lang="en-GB" altLang="ja-JP" sz="1600" b="0" cap="all" baseline="0" dirty="0">
                <a:solidFill>
                  <a:srgbClr val="C4262E"/>
                </a:solidFill>
                <a:ea typeface="ＭＳ Ｐゴシック" charset="-128"/>
                <a:cs typeface="Arial" charset="0"/>
              </a:rPr>
              <a:t>DRAFT</a:t>
            </a:r>
          </a:p>
        </p:txBody>
      </p:sp>
      <p:sp>
        <p:nvSpPr>
          <p:cNvPr id="28" name="SD_FLD_Confidentiality">
            <a:extLst>
              <a:ext uri="{FF2B5EF4-FFF2-40B4-BE49-F238E27FC236}">
                <a16:creationId xmlns:a16="http://schemas.microsoft.com/office/drawing/2014/main" id="{6D820B52-C017-4C68-9F43-1FC845791716}"/>
              </a:ext>
            </a:extLst>
          </p:cNvPr>
          <p:cNvSpPr/>
          <p:nvPr userDrawn="1"/>
        </p:nvSpPr>
        <p:spPr>
          <a:xfrm>
            <a:off x="7131600" y="6440400"/>
            <a:ext cx="2440800" cy="151200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0" algn="ctr" defTabSz="914400" rtl="0" eaLnBrk="1" latinLnBrk="0" hangingPunct="1">
              <a:lnSpc>
                <a:spcPct val="100000"/>
              </a:lnSpc>
              <a:spcBef>
                <a:spcPts val="0"/>
              </a:spcBef>
            </a:pPr>
            <a:endParaRPr lang="en-GB" sz="700" b="0" kern="1200" cap="all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38560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177" userDrawn="1">
          <p15:clr>
            <a:srgbClr val="F26B43"/>
          </p15:clr>
        </p15:guide>
        <p15:guide id="2" pos="3501" userDrawn="1">
          <p15:clr>
            <a:srgbClr val="F26B43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ackground pic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30BB740F-040E-4C29-B57E-B7474FA2CCF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046788"/>
          </a:xfrm>
          <a:blipFill>
            <a:blip r:embed="rId2"/>
            <a:stretch>
              <a:fillRect/>
            </a:stretch>
          </a:blipFill>
        </p:spPr>
        <p:txBody>
          <a:bodyPr lIns="8064000" tIns="612000" rIns="1116000" anchor="ctr" anchorCtr="0"/>
          <a:lstStyle>
            <a:lvl1pPr marL="0" indent="0" algn="l">
              <a:buNone/>
              <a:defRPr sz="1600">
                <a:solidFill>
                  <a:schemeClr val="accent4"/>
                </a:solidFill>
              </a:defRPr>
            </a:lvl1pPr>
          </a:lstStyle>
          <a:p>
            <a:r>
              <a:rPr lang="en-GB"/>
              <a:t>Click on picture frame to insert background picture, click on DNV-menu / Image Tools-button / Choose Insert or Paste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C677DA-1553-4ACE-88F0-1D90541A68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add 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E41648-A3C2-4094-8260-D7F9C81E8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sz="7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4F7D00-E655-476E-9A8D-16044B0B3A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561CC6-F316-448C-8910-5F3BA8E62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07366-CB75-4AA8-9E5B-928B849F427C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4138562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F7CFE-DCB6-4202-B09A-637C5745A3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/>
              <a:t>Click to add 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31DD2C-6775-40D3-B625-6A94E4EC6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sz="7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536E17-02D9-4235-9720-961CB1044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1AE4F1-4AE5-4A49-949A-BDA5C7AFD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07366-CB75-4AA8-9E5B-928B849F427C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855330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0"/>
            <a:ext cx="12192000" cy="6861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Date Placeholder 1" hidden="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3" name="Footer Placeholder 2" hidden="1"/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en-GB" dirty="0"/>
          </a:p>
        </p:txBody>
      </p:sp>
      <p:sp>
        <p:nvSpPr>
          <p:cNvPr id="4" name="Slide Number Placeholder 3" hidden="1"/>
          <p:cNvSpPr>
            <a:spLocks noGrp="1"/>
          </p:cNvSpPr>
          <p:nvPr>
            <p:ph type="sldNum" sz="quarter" idx="12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5BA07366-CB75-4AA8-9E5B-928B849F427C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SD_FLD_Draft" hidden="1">
            <a:extLst>
              <a:ext uri="{FF2B5EF4-FFF2-40B4-BE49-F238E27FC236}">
                <a16:creationId xmlns:a16="http://schemas.microsoft.com/office/drawing/2014/main" id="{9324EF98-2F0A-4D7C-ACD4-6C69299B31D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243513" y="6232324"/>
            <a:ext cx="1700337" cy="208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14400" rIns="0" bIns="0" anchor="t" anchorCtr="0"/>
          <a:lstStyle/>
          <a:p>
            <a:pPr algn="ctr">
              <a:lnSpc>
                <a:spcPct val="83000"/>
              </a:lnSpc>
              <a:spcBef>
                <a:spcPts val="0"/>
              </a:spcBef>
            </a:pPr>
            <a:r>
              <a:rPr lang="en-GB" altLang="ja-JP" sz="1600" b="0" cap="all" baseline="0" dirty="0">
                <a:solidFill>
                  <a:srgbClr val="C4262E"/>
                </a:solidFill>
                <a:ea typeface="ＭＳ Ｐゴシック" charset="-128"/>
                <a:cs typeface="Arial" charset="0"/>
              </a:rPr>
              <a:t>DRAFT</a:t>
            </a:r>
          </a:p>
        </p:txBody>
      </p:sp>
      <p:sp>
        <p:nvSpPr>
          <p:cNvPr id="8" name="SD_FLD_Confidentiality">
            <a:extLst>
              <a:ext uri="{FF2B5EF4-FFF2-40B4-BE49-F238E27FC236}">
                <a16:creationId xmlns:a16="http://schemas.microsoft.com/office/drawing/2014/main" id="{44B7048E-FFD7-4E41-AC43-9BDB83CCE1EC}"/>
              </a:ext>
            </a:extLst>
          </p:cNvPr>
          <p:cNvSpPr/>
          <p:nvPr userDrawn="1"/>
        </p:nvSpPr>
        <p:spPr>
          <a:xfrm>
            <a:off x="7131600" y="6440400"/>
            <a:ext cx="2440800" cy="151200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0" algn="ctr" defTabSz="914400" rtl="0" eaLnBrk="1" latinLnBrk="0" hangingPunct="1">
              <a:lnSpc>
                <a:spcPct val="100000"/>
              </a:lnSpc>
              <a:spcBef>
                <a:spcPts val="0"/>
              </a:spcBef>
            </a:pPr>
            <a:endParaRPr lang="en-GB" sz="700" b="0" kern="1200" cap="all" baseline="0" dirty="0">
              <a:solidFill>
                <a:schemeClr val="accent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6991459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 bwMode="ltGray">
          <a:xfrm>
            <a:off x="1" y="0"/>
            <a:ext cx="12191999" cy="6861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29" name="Graphic 28">
            <a:extLst>
              <a:ext uri="{FF2B5EF4-FFF2-40B4-BE49-F238E27FC236}">
                <a16:creationId xmlns:a16="http://schemas.microsoft.com/office/drawing/2014/main" id="{D0B91A6F-3F96-48D5-B578-BC55BEA05B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29922" r="24420" b="6742"/>
          <a:stretch>
            <a:fillRect/>
          </a:stretch>
        </p:blipFill>
        <p:spPr>
          <a:xfrm>
            <a:off x="3600000" y="0"/>
            <a:ext cx="8592000" cy="6858000"/>
          </a:xfrm>
          <a:custGeom>
            <a:avLst/>
            <a:gdLst>
              <a:gd name="connsiteX0" fmla="*/ 0 w 8592000"/>
              <a:gd name="connsiteY0" fmla="*/ 0 h 6858000"/>
              <a:gd name="connsiteX1" fmla="*/ 8592000 w 8592000"/>
              <a:gd name="connsiteY1" fmla="*/ 0 h 6858000"/>
              <a:gd name="connsiteX2" fmla="*/ 8592000 w 8592000"/>
              <a:gd name="connsiteY2" fmla="*/ 6858000 h 6858000"/>
              <a:gd name="connsiteX3" fmla="*/ 0 w 8592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592000" h="6858000">
                <a:moveTo>
                  <a:pt x="0" y="0"/>
                </a:moveTo>
                <a:lnTo>
                  <a:pt x="8592000" y="0"/>
                </a:lnTo>
                <a:lnTo>
                  <a:pt x="8592000" y="6858000"/>
                </a:lnTo>
                <a:lnTo>
                  <a:pt x="0" y="6858000"/>
                </a:lnTo>
                <a:close/>
              </a:path>
            </a:pathLst>
          </a:custGeom>
        </p:spPr>
      </p:pic>
      <p:grpSp>
        <p:nvGrpSpPr>
          <p:cNvPr id="16" name="Logo">
            <a:extLst>
              <a:ext uri="{FF2B5EF4-FFF2-40B4-BE49-F238E27FC236}">
                <a16:creationId xmlns:a16="http://schemas.microsoft.com/office/drawing/2014/main" id="{582D80DA-3434-42F0-8BBA-787FFCEA7180}"/>
              </a:ext>
            </a:extLst>
          </p:cNvPr>
          <p:cNvGrpSpPr>
            <a:grpSpLocks noChangeAspect="1"/>
          </p:cNvGrpSpPr>
          <p:nvPr userDrawn="1"/>
        </p:nvGrpSpPr>
        <p:grpSpPr bwMode="white">
          <a:xfrm>
            <a:off x="9950400" y="5800971"/>
            <a:ext cx="1702800" cy="727237"/>
            <a:chOff x="6380216" y="4059273"/>
            <a:chExt cx="2905863" cy="1241045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2679ECA6-9859-4013-A93B-16010BF55817}"/>
                </a:ext>
              </a:extLst>
            </p:cNvPr>
            <p:cNvSpPr/>
            <p:nvPr/>
          </p:nvSpPr>
          <p:spPr bwMode="white">
            <a:xfrm>
              <a:off x="6380216" y="4059273"/>
              <a:ext cx="2905863" cy="346936"/>
            </a:xfrm>
            <a:custGeom>
              <a:avLst/>
              <a:gdLst>
                <a:gd name="connsiteX0" fmla="*/ 0 w 2905863"/>
                <a:gd name="connsiteY0" fmla="*/ 0 h 346936"/>
                <a:gd name="connsiteX1" fmla="*/ 2905864 w 2905863"/>
                <a:gd name="connsiteY1" fmla="*/ 0 h 346936"/>
                <a:gd name="connsiteX2" fmla="*/ 2905864 w 2905863"/>
                <a:gd name="connsiteY2" fmla="*/ 346937 h 346936"/>
                <a:gd name="connsiteX3" fmla="*/ 0 w 2905863"/>
                <a:gd name="connsiteY3" fmla="*/ 346937 h 346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346936">
                  <a:moveTo>
                    <a:pt x="0" y="0"/>
                  </a:moveTo>
                  <a:lnTo>
                    <a:pt x="2905864" y="0"/>
                  </a:lnTo>
                  <a:lnTo>
                    <a:pt x="2905864" y="346937"/>
                  </a:lnTo>
                  <a:lnTo>
                    <a:pt x="0" y="346937"/>
                  </a:lnTo>
                  <a:close/>
                </a:path>
              </a:pathLst>
            </a:custGeom>
            <a:solidFill>
              <a:schemeClr val="bg1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BCEF638-291C-4421-9C1B-EB934A0F0109}"/>
                </a:ext>
              </a:extLst>
            </p:cNvPr>
            <p:cNvSpPr/>
            <p:nvPr/>
          </p:nvSpPr>
          <p:spPr bwMode="white">
            <a:xfrm>
              <a:off x="6380216" y="4521775"/>
              <a:ext cx="2905863" cy="57854"/>
            </a:xfrm>
            <a:custGeom>
              <a:avLst/>
              <a:gdLst>
                <a:gd name="connsiteX0" fmla="*/ 0 w 2905863"/>
                <a:gd name="connsiteY0" fmla="*/ 0 h 57854"/>
                <a:gd name="connsiteX1" fmla="*/ 2905864 w 2905863"/>
                <a:gd name="connsiteY1" fmla="*/ 0 h 57854"/>
                <a:gd name="connsiteX2" fmla="*/ 2905864 w 2905863"/>
                <a:gd name="connsiteY2" fmla="*/ 57854 h 57854"/>
                <a:gd name="connsiteX3" fmla="*/ 0 w 2905863"/>
                <a:gd name="connsiteY3" fmla="*/ 57854 h 57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57854">
                  <a:moveTo>
                    <a:pt x="0" y="0"/>
                  </a:moveTo>
                  <a:lnTo>
                    <a:pt x="2905864" y="0"/>
                  </a:lnTo>
                  <a:lnTo>
                    <a:pt x="2905864" y="57854"/>
                  </a:lnTo>
                  <a:lnTo>
                    <a:pt x="0" y="57854"/>
                  </a:lnTo>
                  <a:close/>
                </a:path>
              </a:pathLst>
            </a:custGeom>
            <a:solidFill>
              <a:schemeClr val="bg1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8EC0FCA9-D6D8-4B36-A4E6-0244141FD9FC}"/>
                </a:ext>
              </a:extLst>
            </p:cNvPr>
            <p:cNvSpPr/>
            <p:nvPr/>
          </p:nvSpPr>
          <p:spPr bwMode="white">
            <a:xfrm>
              <a:off x="6380216" y="4637294"/>
              <a:ext cx="2905863" cy="115566"/>
            </a:xfrm>
            <a:custGeom>
              <a:avLst/>
              <a:gdLst>
                <a:gd name="connsiteX0" fmla="*/ 0 w 2905863"/>
                <a:gd name="connsiteY0" fmla="*/ 0 h 115566"/>
                <a:gd name="connsiteX1" fmla="*/ 2905864 w 2905863"/>
                <a:gd name="connsiteY1" fmla="*/ 0 h 115566"/>
                <a:gd name="connsiteX2" fmla="*/ 2905864 w 2905863"/>
                <a:gd name="connsiteY2" fmla="*/ 115566 h 115566"/>
                <a:gd name="connsiteX3" fmla="*/ 0 w 2905863"/>
                <a:gd name="connsiteY3" fmla="*/ 115566 h 115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115566">
                  <a:moveTo>
                    <a:pt x="0" y="0"/>
                  </a:moveTo>
                  <a:lnTo>
                    <a:pt x="2905864" y="0"/>
                  </a:lnTo>
                  <a:lnTo>
                    <a:pt x="2905864" y="115566"/>
                  </a:lnTo>
                  <a:lnTo>
                    <a:pt x="0" y="115566"/>
                  </a:lnTo>
                  <a:close/>
                </a:path>
              </a:pathLst>
            </a:custGeom>
            <a:solidFill>
              <a:schemeClr val="bg1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53552AFE-81A2-4ED5-8069-997ABD975336}"/>
                </a:ext>
              </a:extLst>
            </p:cNvPr>
            <p:cNvSpPr/>
            <p:nvPr/>
          </p:nvSpPr>
          <p:spPr bwMode="white">
            <a:xfrm>
              <a:off x="7833598" y="4927183"/>
              <a:ext cx="392545" cy="373134"/>
            </a:xfrm>
            <a:custGeom>
              <a:avLst/>
              <a:gdLst>
                <a:gd name="connsiteX0" fmla="*/ 303984 w 392545"/>
                <a:gd name="connsiteY0" fmla="*/ 19174 h 373134"/>
                <a:gd name="connsiteX1" fmla="*/ 201992 w 392545"/>
                <a:gd name="connsiteY1" fmla="*/ 0 h 373134"/>
                <a:gd name="connsiteX2" fmla="*/ 62173 w 392545"/>
                <a:gd name="connsiteY2" fmla="*/ 0 h 373134"/>
                <a:gd name="connsiteX3" fmla="*/ 27859 w 392545"/>
                <a:gd name="connsiteY3" fmla="*/ 0 h 373134"/>
                <a:gd name="connsiteX4" fmla="*/ 0 w 392545"/>
                <a:gd name="connsiteY4" fmla="*/ 0 h 373134"/>
                <a:gd name="connsiteX5" fmla="*/ 0 w 392545"/>
                <a:gd name="connsiteY5" fmla="*/ 373135 h 373134"/>
                <a:gd name="connsiteX6" fmla="*/ 27859 w 392545"/>
                <a:gd name="connsiteY6" fmla="*/ 373135 h 373134"/>
                <a:gd name="connsiteX7" fmla="*/ 62173 w 392545"/>
                <a:gd name="connsiteY7" fmla="*/ 373135 h 373134"/>
                <a:gd name="connsiteX8" fmla="*/ 201992 w 392545"/>
                <a:gd name="connsiteY8" fmla="*/ 373135 h 373134"/>
                <a:gd name="connsiteX9" fmla="*/ 303984 w 392545"/>
                <a:gd name="connsiteY9" fmla="*/ 353961 h 373134"/>
                <a:gd name="connsiteX10" fmla="*/ 369670 w 392545"/>
                <a:gd name="connsiteY10" fmla="*/ 296249 h 373134"/>
                <a:gd name="connsiteX11" fmla="*/ 392546 w 392545"/>
                <a:gd name="connsiteY11" fmla="*/ 199477 h 373134"/>
                <a:gd name="connsiteX12" fmla="*/ 392546 w 392545"/>
                <a:gd name="connsiteY12" fmla="*/ 173611 h 373134"/>
                <a:gd name="connsiteX13" fmla="*/ 369670 w 392545"/>
                <a:gd name="connsiteY13" fmla="*/ 76839 h 373134"/>
                <a:gd name="connsiteX14" fmla="*/ 303984 w 392545"/>
                <a:gd name="connsiteY14" fmla="*/ 19174 h 373134"/>
                <a:gd name="connsiteX15" fmla="*/ 331369 w 392545"/>
                <a:gd name="connsiteY15" fmla="*/ 197531 h 373134"/>
                <a:gd name="connsiteX16" fmla="*/ 299048 w 392545"/>
                <a:gd name="connsiteY16" fmla="*/ 287563 h 373134"/>
                <a:gd name="connsiteX17" fmla="*/ 202514 w 392545"/>
                <a:gd name="connsiteY17" fmla="*/ 316894 h 373134"/>
                <a:gd name="connsiteX18" fmla="*/ 62221 w 392545"/>
                <a:gd name="connsiteY18" fmla="*/ 316894 h 373134"/>
                <a:gd name="connsiteX19" fmla="*/ 62221 w 392545"/>
                <a:gd name="connsiteY19" fmla="*/ 56193 h 373134"/>
                <a:gd name="connsiteX20" fmla="*/ 202514 w 392545"/>
                <a:gd name="connsiteY20" fmla="*/ 56193 h 373134"/>
                <a:gd name="connsiteX21" fmla="*/ 299048 w 392545"/>
                <a:gd name="connsiteY21" fmla="*/ 84812 h 373134"/>
                <a:gd name="connsiteX22" fmla="*/ 331369 w 392545"/>
                <a:gd name="connsiteY22" fmla="*/ 175604 h 373134"/>
                <a:gd name="connsiteX23" fmla="*/ 331369 w 392545"/>
                <a:gd name="connsiteY23" fmla="*/ 197531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92545" h="373134">
                  <a:moveTo>
                    <a:pt x="303984" y="19174"/>
                  </a:moveTo>
                  <a:cubicBezTo>
                    <a:pt x="275461" y="6407"/>
                    <a:pt x="241479" y="0"/>
                    <a:pt x="201992" y="0"/>
                  </a:cubicBezTo>
                  <a:lnTo>
                    <a:pt x="62173" y="0"/>
                  </a:lnTo>
                  <a:lnTo>
                    <a:pt x="27859" y="0"/>
                  </a:lnTo>
                  <a:lnTo>
                    <a:pt x="0" y="0"/>
                  </a:lnTo>
                  <a:lnTo>
                    <a:pt x="0" y="373135"/>
                  </a:lnTo>
                  <a:lnTo>
                    <a:pt x="27859" y="373135"/>
                  </a:lnTo>
                  <a:lnTo>
                    <a:pt x="62173" y="373135"/>
                  </a:lnTo>
                  <a:lnTo>
                    <a:pt x="201992" y="373135"/>
                  </a:lnTo>
                  <a:cubicBezTo>
                    <a:pt x="241479" y="373135"/>
                    <a:pt x="275461" y="366728"/>
                    <a:pt x="303984" y="353961"/>
                  </a:cubicBezTo>
                  <a:cubicBezTo>
                    <a:pt x="332508" y="341194"/>
                    <a:pt x="354387" y="321972"/>
                    <a:pt x="369670" y="296249"/>
                  </a:cubicBezTo>
                  <a:cubicBezTo>
                    <a:pt x="384904" y="270525"/>
                    <a:pt x="392546" y="238299"/>
                    <a:pt x="392546" y="199477"/>
                  </a:cubicBezTo>
                  <a:lnTo>
                    <a:pt x="392546" y="173611"/>
                  </a:lnTo>
                  <a:cubicBezTo>
                    <a:pt x="392546" y="134788"/>
                    <a:pt x="384904" y="102562"/>
                    <a:pt x="369670" y="76839"/>
                  </a:cubicBezTo>
                  <a:cubicBezTo>
                    <a:pt x="354387" y="51162"/>
                    <a:pt x="332508" y="31941"/>
                    <a:pt x="303984" y="19174"/>
                  </a:cubicBezTo>
                  <a:close/>
                  <a:moveTo>
                    <a:pt x="331369" y="197531"/>
                  </a:moveTo>
                  <a:cubicBezTo>
                    <a:pt x="331369" y="238015"/>
                    <a:pt x="320596" y="268010"/>
                    <a:pt x="299048" y="287563"/>
                  </a:cubicBezTo>
                  <a:cubicBezTo>
                    <a:pt x="277502" y="307117"/>
                    <a:pt x="245323" y="316894"/>
                    <a:pt x="202514" y="316894"/>
                  </a:cubicBezTo>
                  <a:lnTo>
                    <a:pt x="62221" y="316894"/>
                  </a:lnTo>
                  <a:lnTo>
                    <a:pt x="62221" y="56193"/>
                  </a:lnTo>
                  <a:lnTo>
                    <a:pt x="202514" y="56193"/>
                  </a:lnTo>
                  <a:cubicBezTo>
                    <a:pt x="245323" y="56193"/>
                    <a:pt x="277454" y="65733"/>
                    <a:pt x="299048" y="84812"/>
                  </a:cubicBezTo>
                  <a:cubicBezTo>
                    <a:pt x="320596" y="103891"/>
                    <a:pt x="331369" y="134171"/>
                    <a:pt x="331369" y="175604"/>
                  </a:cubicBezTo>
                  <a:lnTo>
                    <a:pt x="331369" y="197531"/>
                  </a:lnTo>
                  <a:close/>
                </a:path>
              </a:pathLst>
            </a:custGeom>
            <a:solidFill>
              <a:schemeClr val="bg1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4D2AB6C2-8FD2-440E-99DD-96E8F19C42CD}"/>
                </a:ext>
              </a:extLst>
            </p:cNvPr>
            <p:cNvSpPr/>
            <p:nvPr/>
          </p:nvSpPr>
          <p:spPr bwMode="white">
            <a:xfrm>
              <a:off x="8344036" y="4927183"/>
              <a:ext cx="410485" cy="373134"/>
            </a:xfrm>
            <a:custGeom>
              <a:avLst/>
              <a:gdLst>
                <a:gd name="connsiteX0" fmla="*/ 349262 w 410485"/>
                <a:gd name="connsiteY0" fmla="*/ 291598 h 373134"/>
                <a:gd name="connsiteX1" fmla="*/ 60702 w 410485"/>
                <a:gd name="connsiteY1" fmla="*/ 0 h 373134"/>
                <a:gd name="connsiteX2" fmla="*/ 26388 w 410485"/>
                <a:gd name="connsiteY2" fmla="*/ 0 h 373134"/>
                <a:gd name="connsiteX3" fmla="*/ 0 w 410485"/>
                <a:gd name="connsiteY3" fmla="*/ 0 h 373134"/>
                <a:gd name="connsiteX4" fmla="*/ 0 w 410485"/>
                <a:gd name="connsiteY4" fmla="*/ 373135 h 373134"/>
                <a:gd name="connsiteX5" fmla="*/ 60702 w 410485"/>
                <a:gd name="connsiteY5" fmla="*/ 373135 h 373134"/>
                <a:gd name="connsiteX6" fmla="*/ 60702 w 410485"/>
                <a:gd name="connsiteY6" fmla="*/ 81917 h 373134"/>
                <a:gd name="connsiteX7" fmla="*/ 349262 w 410485"/>
                <a:gd name="connsiteY7" fmla="*/ 373135 h 373134"/>
                <a:gd name="connsiteX8" fmla="*/ 410486 w 410485"/>
                <a:gd name="connsiteY8" fmla="*/ 373135 h 373134"/>
                <a:gd name="connsiteX9" fmla="*/ 410486 w 410485"/>
                <a:gd name="connsiteY9" fmla="*/ 0 h 373134"/>
                <a:gd name="connsiteX10" fmla="*/ 349262 w 410485"/>
                <a:gd name="connsiteY10" fmla="*/ 0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0485" h="373134">
                  <a:moveTo>
                    <a:pt x="349262" y="291598"/>
                  </a:moveTo>
                  <a:lnTo>
                    <a:pt x="60702" y="0"/>
                  </a:lnTo>
                  <a:lnTo>
                    <a:pt x="26388" y="0"/>
                  </a:lnTo>
                  <a:lnTo>
                    <a:pt x="0" y="0"/>
                  </a:lnTo>
                  <a:lnTo>
                    <a:pt x="0" y="373135"/>
                  </a:lnTo>
                  <a:lnTo>
                    <a:pt x="60702" y="373135"/>
                  </a:lnTo>
                  <a:lnTo>
                    <a:pt x="60702" y="81917"/>
                  </a:lnTo>
                  <a:lnTo>
                    <a:pt x="349262" y="373135"/>
                  </a:lnTo>
                  <a:lnTo>
                    <a:pt x="410486" y="373135"/>
                  </a:lnTo>
                  <a:lnTo>
                    <a:pt x="410486" y="0"/>
                  </a:lnTo>
                  <a:lnTo>
                    <a:pt x="349262" y="0"/>
                  </a:lnTo>
                  <a:close/>
                </a:path>
              </a:pathLst>
            </a:custGeom>
            <a:solidFill>
              <a:schemeClr val="bg1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100F770-E88D-4351-983E-F7B95197A7D1}"/>
                </a:ext>
              </a:extLst>
            </p:cNvPr>
            <p:cNvSpPr/>
            <p:nvPr/>
          </p:nvSpPr>
          <p:spPr bwMode="white">
            <a:xfrm>
              <a:off x="8863965" y="4927183"/>
              <a:ext cx="421876" cy="373134"/>
            </a:xfrm>
            <a:custGeom>
              <a:avLst/>
              <a:gdLst>
                <a:gd name="connsiteX0" fmla="*/ 355716 w 421876"/>
                <a:gd name="connsiteY0" fmla="*/ 0 h 373134"/>
                <a:gd name="connsiteX1" fmla="*/ 212955 w 421876"/>
                <a:gd name="connsiteY1" fmla="*/ 291598 h 373134"/>
                <a:gd name="connsiteX2" fmla="*/ 70146 w 421876"/>
                <a:gd name="connsiteY2" fmla="*/ 0 h 373134"/>
                <a:gd name="connsiteX3" fmla="*/ 0 w 421876"/>
                <a:gd name="connsiteY3" fmla="*/ 0 h 373134"/>
                <a:gd name="connsiteX4" fmla="*/ 187042 w 421876"/>
                <a:gd name="connsiteY4" fmla="*/ 373135 h 373134"/>
                <a:gd name="connsiteX5" fmla="*/ 235309 w 421876"/>
                <a:gd name="connsiteY5" fmla="*/ 373135 h 373134"/>
                <a:gd name="connsiteX6" fmla="*/ 421876 w 421876"/>
                <a:gd name="connsiteY6" fmla="*/ 0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21876" h="373134">
                  <a:moveTo>
                    <a:pt x="355716" y="0"/>
                  </a:moveTo>
                  <a:lnTo>
                    <a:pt x="212955" y="291598"/>
                  </a:lnTo>
                  <a:lnTo>
                    <a:pt x="70146" y="0"/>
                  </a:lnTo>
                  <a:lnTo>
                    <a:pt x="0" y="0"/>
                  </a:lnTo>
                  <a:lnTo>
                    <a:pt x="187042" y="373135"/>
                  </a:lnTo>
                  <a:lnTo>
                    <a:pt x="235309" y="373135"/>
                  </a:lnTo>
                  <a:lnTo>
                    <a:pt x="421876" y="0"/>
                  </a:lnTo>
                  <a:close/>
                </a:path>
              </a:pathLst>
            </a:custGeom>
            <a:solidFill>
              <a:schemeClr val="bg1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pic>
        <p:nvPicPr>
          <p:cNvPr id="23" name="TAGLINE WHITE">
            <a:extLst>
              <a:ext uri="{FF2B5EF4-FFF2-40B4-BE49-F238E27FC236}">
                <a16:creationId xmlns:a16="http://schemas.microsoft.com/office/drawing/2014/main" id="{41DB66F5-46D4-4959-A143-077E1F7FE01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950400" y="539750"/>
            <a:ext cx="1702800" cy="11065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39750" y="1730374"/>
            <a:ext cx="8290800" cy="1339453"/>
          </a:xfrm>
        </p:spPr>
        <p:txBody>
          <a:bodyPr anchor="b" anchorCtr="0">
            <a:noAutofit/>
          </a:bodyPr>
          <a:lstStyle>
            <a:lvl1pPr>
              <a:lnSpc>
                <a:spcPct val="83000"/>
              </a:lnSpc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add title</a:t>
            </a:r>
            <a:endParaRPr lang="en-GB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540000" y="3296628"/>
            <a:ext cx="8290800" cy="637200"/>
          </a:xfrm>
        </p:spPr>
        <p:txBody>
          <a:bodyPr anchor="t" anchorCtr="0">
            <a:noAutofit/>
          </a:bodyPr>
          <a:lstStyle>
            <a:lvl1pPr marL="0" indent="0">
              <a:lnSpc>
                <a:spcPct val="83000"/>
              </a:lnSpc>
              <a:spcBef>
                <a:spcPts val="0"/>
              </a:spcBef>
              <a:buNone/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add text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BA07366-CB75-4AA8-9E5B-928B849F427C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6" name="_SD_FLD_Copyright">
            <a:extLst>
              <a:ext uri="{FF2B5EF4-FFF2-40B4-BE49-F238E27FC236}">
                <a16:creationId xmlns:a16="http://schemas.microsoft.com/office/drawing/2014/main" id="{E122E57C-11B4-4446-AF00-71B795F3C914}"/>
              </a:ext>
            </a:extLst>
          </p:cNvPr>
          <p:cNvSpPr txBox="1"/>
          <p:nvPr userDrawn="1"/>
        </p:nvSpPr>
        <p:spPr>
          <a:xfrm>
            <a:off x="853200" y="6440400"/>
            <a:ext cx="278923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sz="700" noProof="0">
                <a:solidFill>
                  <a:schemeClr val="bg1"/>
                </a:solidFill>
              </a:rPr>
              <a:t>DNV ©</a:t>
            </a:r>
            <a:endParaRPr lang="en-GB" sz="700" noProof="0" dirty="0">
              <a:solidFill>
                <a:schemeClr val="bg1"/>
              </a:solidFill>
            </a:endParaRPr>
          </a:p>
        </p:txBody>
      </p:sp>
      <p:sp>
        <p:nvSpPr>
          <p:cNvPr id="28" name="SD_FLD_DocumentDate">
            <a:extLst>
              <a:ext uri="{FF2B5EF4-FFF2-40B4-BE49-F238E27FC236}">
                <a16:creationId xmlns:a16="http://schemas.microsoft.com/office/drawing/2014/main" id="{D32510BA-5DCF-4A7B-89DB-D5A3E2A7823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66400" y="6440400"/>
            <a:ext cx="1198800" cy="15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t" anchorCtr="0"/>
          <a:lstStyle/>
          <a:p>
            <a:pPr algn="ctr">
              <a:spcBef>
                <a:spcPct val="50000"/>
              </a:spcBef>
            </a:pPr>
            <a:r>
              <a:rPr lang="en-GB" altLang="ja-JP" sz="700" cap="all" baseline="0">
                <a:solidFill>
                  <a:schemeClr val="bg1"/>
                </a:solidFill>
                <a:ea typeface="ＭＳ Ｐゴシック" charset="-128"/>
                <a:cs typeface="Arial" charset="0"/>
              </a:rPr>
              <a:t>24 April 2024</a:t>
            </a:r>
            <a:endParaRPr lang="en-GB" altLang="ja-JP" sz="700" cap="all" baseline="0" dirty="0">
              <a:solidFill>
                <a:schemeClr val="bg1"/>
              </a:solidFill>
              <a:ea typeface="ＭＳ Ｐゴシック" charset="-128"/>
              <a:cs typeface="Arial" charset="0"/>
            </a:endParaRPr>
          </a:p>
        </p:txBody>
      </p:sp>
      <p:sp>
        <p:nvSpPr>
          <p:cNvPr id="24" name="SD_FLD_Draft" hidden="1">
            <a:extLst>
              <a:ext uri="{FF2B5EF4-FFF2-40B4-BE49-F238E27FC236}">
                <a16:creationId xmlns:a16="http://schemas.microsoft.com/office/drawing/2014/main" id="{E78AC084-F0D7-48FF-A5A0-62B259C3E63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243513" y="6232324"/>
            <a:ext cx="1700337" cy="208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14400" rIns="0" bIns="0" anchor="t" anchorCtr="0"/>
          <a:lstStyle/>
          <a:p>
            <a:pPr algn="ctr">
              <a:lnSpc>
                <a:spcPct val="83000"/>
              </a:lnSpc>
              <a:spcBef>
                <a:spcPts val="0"/>
              </a:spcBef>
            </a:pPr>
            <a:r>
              <a:rPr lang="en-GB" altLang="ja-JP" sz="1600" b="0" cap="all" baseline="0" dirty="0">
                <a:solidFill>
                  <a:srgbClr val="C4262E"/>
                </a:solidFill>
                <a:ea typeface="ＭＳ Ｐゴシック" charset="-128"/>
                <a:cs typeface="Arial" charset="0"/>
              </a:rPr>
              <a:t>DRAFT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00E98D3-1B1D-490D-90C3-F274802AC561}"/>
              </a:ext>
            </a:extLst>
          </p:cNvPr>
          <p:cNvSpPr txBox="1"/>
          <p:nvPr userDrawn="1"/>
        </p:nvSpPr>
        <p:spPr>
          <a:xfrm>
            <a:off x="540000" y="5879827"/>
            <a:ext cx="2727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GB" sz="1400" b="1" cap="none" baseline="0" noProof="1">
                <a:solidFill>
                  <a:schemeClr val="bg1"/>
                </a:solidFill>
              </a:rPr>
              <a:t>www.dnv.com</a:t>
            </a:r>
          </a:p>
        </p:txBody>
      </p:sp>
      <p:sp>
        <p:nvSpPr>
          <p:cNvPr id="30" name="Text Placeholder 9">
            <a:extLst>
              <a:ext uri="{FF2B5EF4-FFF2-40B4-BE49-F238E27FC236}">
                <a16:creationId xmlns:a16="http://schemas.microsoft.com/office/drawing/2014/main" id="{298E8765-505F-453E-BC7E-D85D0B5D954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4836965"/>
            <a:ext cx="8291049" cy="360000"/>
          </a:xfrm>
        </p:spPr>
        <p:txBody>
          <a:bodyPr anchor="b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add Email address</a:t>
            </a:r>
            <a:endParaRPr lang="en-GB" dirty="0"/>
          </a:p>
        </p:txBody>
      </p:sp>
      <p:sp>
        <p:nvSpPr>
          <p:cNvPr id="31" name="Text Placeholder 9">
            <a:extLst>
              <a:ext uri="{FF2B5EF4-FFF2-40B4-BE49-F238E27FC236}">
                <a16:creationId xmlns:a16="http://schemas.microsoft.com/office/drawing/2014/main" id="{F1D187BC-8B38-417E-BA95-DF961274BE6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39751" y="5270701"/>
            <a:ext cx="8291049" cy="360000"/>
          </a:xfrm>
        </p:spPr>
        <p:txBody>
          <a:bodyPr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add Telephone number</a:t>
            </a:r>
            <a:endParaRPr lang="en-GB" dirty="0"/>
          </a:p>
        </p:txBody>
      </p:sp>
      <p:sp>
        <p:nvSpPr>
          <p:cNvPr id="33" name="SD_FLD_Confidentiality">
            <a:extLst>
              <a:ext uri="{FF2B5EF4-FFF2-40B4-BE49-F238E27FC236}">
                <a16:creationId xmlns:a16="http://schemas.microsoft.com/office/drawing/2014/main" id="{E93E9BF8-0018-4174-8A59-3D40E3E27125}"/>
              </a:ext>
            </a:extLst>
          </p:cNvPr>
          <p:cNvSpPr/>
          <p:nvPr userDrawn="1"/>
        </p:nvSpPr>
        <p:spPr>
          <a:xfrm>
            <a:off x="7131600" y="6440400"/>
            <a:ext cx="2440800" cy="151200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0" algn="ctr" defTabSz="914400" rtl="0" eaLnBrk="1" latinLnBrk="0" hangingPunct="1">
              <a:lnSpc>
                <a:spcPct val="100000"/>
              </a:lnSpc>
              <a:spcBef>
                <a:spcPts val="0"/>
              </a:spcBef>
            </a:pPr>
            <a:endParaRPr lang="en-GB" sz="700" b="0" kern="1200" cap="all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487980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ser gu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ast overskrift"/>
          <p:cNvSpPr txBox="1"/>
          <p:nvPr userDrawn="1"/>
        </p:nvSpPr>
        <p:spPr>
          <a:xfrm>
            <a:off x="539752" y="448713"/>
            <a:ext cx="11109321" cy="650171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r>
              <a:rPr lang="en-GB" sz="32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TIPS &amp; TRICKS - YOUR USER GUIDE</a:t>
            </a:r>
          </a:p>
        </p:txBody>
      </p:sp>
      <p:sp>
        <p:nvSpPr>
          <p:cNvPr id="13" name="Text Box 2">
            <a:extLst>
              <a:ext uri="{FF2B5EF4-FFF2-40B4-BE49-F238E27FC236}">
                <a16:creationId xmlns:a16="http://schemas.microsoft.com/office/drawing/2014/main" id="{0BB3B459-CDFE-44C8-879C-511BDE5A64B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39752" y="1442790"/>
            <a:ext cx="2448000" cy="36625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GB" sz="1600" dirty="0">
                <a:latin typeface="+mn-lt"/>
                <a:cs typeface="Arial" panose="020B0604020202020204" pitchFamily="34" charset="0"/>
              </a:rPr>
              <a:t>TEXT STYLES</a:t>
            </a:r>
            <a:endParaRPr lang="en-GB" altLang="da-DK" sz="16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spcAft>
                <a:spcPts val="600"/>
              </a:spcAft>
              <a:defRPr/>
            </a:pPr>
            <a: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Use the </a:t>
            </a:r>
            <a:r>
              <a:rPr lang="en-GB" alt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TAB</a:t>
            </a:r>
            <a: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-key</a:t>
            </a:r>
            <a:r>
              <a:rPr lang="en-GB" altLang="da-DK" sz="900" b="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to jump through </a:t>
            </a:r>
            <a:br>
              <a:rPr lang="en-GB" altLang="da-DK" sz="900" b="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en-GB" altLang="da-DK" sz="900" b="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levels. Click </a:t>
            </a:r>
            <a:r>
              <a:rPr lang="en-GB" altLang="da-DK" sz="9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ENTER</a:t>
            </a:r>
            <a:r>
              <a:rPr lang="en-GB" altLang="da-DK" sz="900" b="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, then </a:t>
            </a:r>
            <a:r>
              <a:rPr lang="en-GB" altLang="da-DK" sz="9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TAB</a:t>
            </a:r>
            <a:r>
              <a:rPr lang="en-GB" altLang="da-DK" sz="900" b="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to switch from one level to the next level</a:t>
            </a:r>
          </a:p>
          <a:p>
            <a:pPr eaLnBrk="1" hangingPunct="1">
              <a:spcAft>
                <a:spcPts val="600"/>
              </a:spcAft>
              <a:defRPr/>
            </a:pPr>
            <a:r>
              <a:rPr lang="en-GB" altLang="da-DK" sz="900" b="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To go back in levels use </a:t>
            </a:r>
            <a:r>
              <a:rPr lang="en-GB" altLang="da-DK" sz="9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SHIFT-TAB</a:t>
            </a:r>
            <a:endParaRPr lang="en-GB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spcAft>
                <a:spcPts val="600"/>
              </a:spcAft>
              <a:defRPr/>
            </a:pPr>
            <a:r>
              <a:rPr lang="en-GB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Alternatively, </a:t>
            </a:r>
            <a:r>
              <a:rPr lang="en-GB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Increase</a:t>
            </a:r>
            <a:r>
              <a:rPr lang="en-GB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and</a:t>
            </a:r>
            <a:br>
              <a:rPr lang="en-GB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en-GB" sz="9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Decrease </a:t>
            </a:r>
            <a:r>
              <a:rPr lang="en-GB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list level can be used</a:t>
            </a:r>
            <a:b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b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en-GB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Reset slide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+mj-lt"/>
              <a:buNone/>
              <a:tabLst/>
              <a:defRPr/>
            </a:pPr>
            <a:r>
              <a:rPr lang="en-GB" alt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Click the </a:t>
            </a:r>
            <a:r>
              <a:rPr lang="en-GB" altLang="da-DK" sz="9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Reset </a:t>
            </a:r>
            <a:r>
              <a:rPr lang="en-GB" alt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menu to reset position, size</a:t>
            </a:r>
            <a:r>
              <a:rPr lang="en-GB" alt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and formatting of the slide placeholders to their default settings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b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en-GB" sz="1600" dirty="0">
                <a:latin typeface="+mn-lt"/>
                <a:cs typeface="Arial" panose="020B0604020202020204" pitchFamily="34" charset="0"/>
              </a:rPr>
              <a:t>SLIDES &amp; LAYOUTS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Click on the menu </a:t>
            </a:r>
            <a:r>
              <a:rPr lang="en-GB" alt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New Slide </a:t>
            </a:r>
            <a: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 the </a:t>
            </a:r>
            <a:r>
              <a:rPr lang="en-GB" alt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Home</a:t>
            </a:r>
            <a: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tab to insert a new slide</a:t>
            </a:r>
            <a:b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b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en-GB" alt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Change layout</a:t>
            </a:r>
            <a:endParaRPr lang="en-GB" alt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Font typeface="+mj-lt"/>
              <a:buNone/>
            </a:pPr>
            <a:r>
              <a:rPr lang="en-GB" sz="900" dirty="0">
                <a:solidFill>
                  <a:srgbClr val="000000"/>
                </a:solidFill>
                <a:latin typeface="+mn-lt"/>
                <a:ea typeface="Arial" panose="020B0604020202020204" pitchFamily="34" charset="0"/>
              </a:rPr>
              <a:t>Click on the arrow next to </a:t>
            </a:r>
            <a:r>
              <a:rPr lang="en-GB" sz="900" b="1" dirty="0">
                <a:solidFill>
                  <a:srgbClr val="000000"/>
                </a:solidFill>
                <a:latin typeface="+mn-lt"/>
                <a:ea typeface="Arial" panose="020B0604020202020204" pitchFamily="34" charset="0"/>
              </a:rPr>
              <a:t>Layout</a:t>
            </a:r>
            <a:br>
              <a:rPr lang="en-GB" sz="900" b="1" dirty="0">
                <a:solidFill>
                  <a:srgbClr val="000000"/>
                </a:solidFill>
                <a:latin typeface="+mn-lt"/>
                <a:ea typeface="Arial" panose="020B0604020202020204" pitchFamily="34" charset="0"/>
              </a:rPr>
            </a:br>
            <a:r>
              <a:rPr lang="en-GB" sz="900" dirty="0">
                <a:solidFill>
                  <a:srgbClr val="000000"/>
                </a:solidFill>
                <a:latin typeface="+mn-lt"/>
                <a:ea typeface="Arial" panose="020B0604020202020204" pitchFamily="34" charset="0"/>
              </a:rPr>
              <a:t>to view a dropdown menu of possible slide layouts</a:t>
            </a:r>
            <a:endParaRPr lang="en-GB" sz="900" dirty="0">
              <a:latin typeface="+mn-lt"/>
              <a:ea typeface="Arial" panose="020B0604020202020204" pitchFamily="34" charset="0"/>
            </a:endParaRPr>
          </a:p>
        </p:txBody>
      </p:sp>
      <p:sp>
        <p:nvSpPr>
          <p:cNvPr id="14" name="Text Box 3">
            <a:extLst>
              <a:ext uri="{FF2B5EF4-FFF2-40B4-BE49-F238E27FC236}">
                <a16:creationId xmlns:a16="http://schemas.microsoft.com/office/drawing/2014/main" id="{66B3FBB4-61DE-493B-8F38-CB78E008D9B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498494" y="1442790"/>
            <a:ext cx="2448000" cy="27238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GB" sz="1600" dirty="0">
                <a:latin typeface="+mn-lt"/>
                <a:cs typeface="Arial" panose="020B0604020202020204" pitchFamily="34" charset="0"/>
              </a:rPr>
              <a:t>PICTURES</a:t>
            </a:r>
            <a:endParaRPr lang="en-GB" sz="16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spcAft>
                <a:spcPts val="600"/>
              </a:spcAft>
              <a:defRPr/>
            </a:pPr>
            <a: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On slides with pictureplaceholder, click on the icon and choose </a:t>
            </a:r>
            <a:r>
              <a:rPr lang="en-GB" alt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Insert</a:t>
            </a:r>
          </a:p>
          <a:p>
            <a:pPr eaLnBrk="1" hangingPunct="1">
              <a:spcBef>
                <a:spcPts val="1200"/>
              </a:spcBef>
              <a:spcAft>
                <a:spcPts val="600"/>
              </a:spcAft>
              <a:defRPr/>
            </a:pPr>
            <a:r>
              <a:rPr lang="en-GB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Crop picture</a:t>
            </a:r>
          </a:p>
          <a:p>
            <a:pPr eaLnBrk="1" hangingPunct="1">
              <a:spcAft>
                <a:spcPts val="600"/>
              </a:spcAft>
              <a:defRPr/>
            </a:pPr>
            <a:r>
              <a:rPr lang="en-GB" alt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1. </a:t>
            </a:r>
            <a: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Click </a:t>
            </a:r>
            <a:r>
              <a:rPr lang="en-GB" alt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Crop</a:t>
            </a:r>
            <a: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to change size or </a:t>
            </a:r>
            <a:b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focus of the picture</a:t>
            </a:r>
          </a:p>
          <a:p>
            <a:pPr eaLnBrk="1" hangingPunct="1">
              <a:spcAft>
                <a:spcPts val="600"/>
              </a:spcAft>
              <a:defRPr/>
            </a:pPr>
            <a:r>
              <a:rPr lang="en-GB" alt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2. </a:t>
            </a:r>
            <a: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If you want to scale the picture, </a:t>
            </a:r>
            <a:b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en-GB" alt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-key down while </a:t>
            </a:r>
            <a:b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dragging the corners of the picture</a:t>
            </a:r>
            <a:b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endParaRPr lang="en-GB" alt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spcAft>
                <a:spcPts val="600"/>
              </a:spcAft>
              <a:defRPr/>
            </a:pPr>
            <a:r>
              <a:rPr lang="en-GB" alt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HINT: </a:t>
            </a:r>
            <a: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If you delete the picture and </a:t>
            </a:r>
            <a:b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insert a new one, the picture may </a:t>
            </a:r>
            <a:b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lie in front of the text or graphic.</a:t>
            </a:r>
            <a:b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If this happens, select the picture, </a:t>
            </a:r>
            <a:b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right-click and choose </a:t>
            </a:r>
            <a:r>
              <a:rPr lang="en-GB" alt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Send to Back</a:t>
            </a:r>
          </a:p>
        </p:txBody>
      </p:sp>
      <p:sp>
        <p:nvSpPr>
          <p:cNvPr id="15" name="Text Box 4">
            <a:extLst>
              <a:ext uri="{FF2B5EF4-FFF2-40B4-BE49-F238E27FC236}">
                <a16:creationId xmlns:a16="http://schemas.microsoft.com/office/drawing/2014/main" id="{17EA80A0-F605-4897-AE2A-18933CAB6DB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076214" y="1442790"/>
            <a:ext cx="2448000" cy="46628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GB" sz="1600" dirty="0">
                <a:latin typeface="+mn-lt"/>
                <a:cs typeface="Arial" panose="020B0604020202020204" pitchFamily="34" charset="0"/>
              </a:rPr>
              <a:t>HEADER &amp; FOOTER</a:t>
            </a:r>
            <a:endParaRPr lang="en-GB" altLang="da-DK" sz="16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spcAft>
                <a:spcPts val="600"/>
              </a:spcAft>
              <a:defRPr/>
            </a:pPr>
            <a: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Do this at the very end to apply the changes on all slides</a:t>
            </a:r>
          </a:p>
          <a:p>
            <a:pPr eaLnBrk="1" hangingPunct="1">
              <a:spcAft>
                <a:spcPts val="600"/>
              </a:spcAft>
              <a:defRPr/>
            </a:pPr>
            <a: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Click on </a:t>
            </a:r>
            <a:r>
              <a:rPr lang="en-GB" alt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Header and Footer </a:t>
            </a:r>
            <a: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 the </a:t>
            </a:r>
            <a:r>
              <a:rPr lang="en-GB" alt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Insert</a:t>
            </a:r>
            <a: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tab (write the desired text, click date or page number from or to)</a:t>
            </a:r>
          </a:p>
          <a:p>
            <a:pPr eaLnBrk="1" hangingPunct="1">
              <a:spcAft>
                <a:spcPts val="600"/>
              </a:spcAft>
              <a:defRPr/>
            </a:pPr>
            <a: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Click </a:t>
            </a:r>
            <a:r>
              <a:rPr lang="en-GB" alt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Apply to All </a:t>
            </a:r>
            <a: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or </a:t>
            </a:r>
            <a:r>
              <a:rPr lang="en-GB" alt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Apply</a:t>
            </a:r>
            <a: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if only used on one slide</a:t>
            </a:r>
            <a:b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endParaRPr lang="en-GB" alt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spcAft>
                <a:spcPts val="600"/>
              </a:spcAft>
              <a:defRPr/>
            </a:pPr>
            <a:r>
              <a:rPr lang="en-GB" sz="1600" dirty="0">
                <a:latin typeface="+mn-lt"/>
                <a:cs typeface="Arial" panose="020B0604020202020204" pitchFamily="34" charset="0"/>
              </a:rPr>
              <a:t>GRIDLINES</a:t>
            </a:r>
          </a:p>
          <a:p>
            <a:pPr eaLnBrk="1" hangingPunct="1">
              <a:spcAft>
                <a:spcPts val="600"/>
              </a:spcAft>
              <a:defRPr/>
            </a:pPr>
            <a: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Click the </a:t>
            </a:r>
            <a:r>
              <a:rPr lang="en-GB" alt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View</a:t>
            </a:r>
            <a: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tab and set tick mark next to </a:t>
            </a:r>
            <a:r>
              <a:rPr lang="en-GB" alt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Guides</a:t>
            </a:r>
            <a:endParaRPr lang="en-GB" alt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spcAft>
                <a:spcPts val="600"/>
              </a:spcAft>
              <a:defRPr/>
            </a:pPr>
            <a:r>
              <a:rPr lang="en-GB" alt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HINT: Alt + F9 </a:t>
            </a:r>
            <a: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for quick view of guides</a:t>
            </a:r>
            <a:b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endParaRPr lang="en-GB" alt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spcAft>
                <a:spcPts val="600"/>
              </a:spcAft>
              <a:defRPr/>
            </a:pPr>
            <a:r>
              <a:rPr lang="en-GB" altLang="da-DK" sz="16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COPY/PASTE CONTENT</a:t>
            </a:r>
          </a:p>
          <a:p>
            <a:pPr eaLnBrk="1" hangingPunct="1">
              <a:spcAft>
                <a:spcPts val="600"/>
              </a:spcAft>
              <a:defRPr/>
            </a:pPr>
            <a: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When copying old content to your new presentation, 2 options are available:</a:t>
            </a:r>
          </a:p>
          <a:p>
            <a:pPr eaLnBrk="1" hangingPunct="1">
              <a:spcAft>
                <a:spcPts val="600"/>
              </a:spcAft>
              <a:defRPr/>
            </a:pPr>
            <a:r>
              <a:rPr lang="en-GB" alt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1. Best practice: </a:t>
            </a:r>
            <a: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Create a slide in your new presentation and copy </a:t>
            </a:r>
            <a:r>
              <a:rPr lang="en-GB" altLang="da-DK" sz="900" b="0" i="0" u="sng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one</a:t>
            </a:r>
            <a:r>
              <a:rPr lang="en-GB" altLang="da-DK" sz="900" b="0" i="0" u="none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piece of content at a time (e.g. copy all text from </a:t>
            </a:r>
            <a:r>
              <a:rPr lang="en-GB" altLang="da-DK" sz="900" b="0" i="0" u="sng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one</a:t>
            </a:r>
            <a:r>
              <a:rPr lang="en-GB" altLang="da-DK" sz="900" b="0" i="0" u="none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textbox)</a:t>
            </a:r>
            <a:endParaRPr lang="en-GB" altLang="da-DK" sz="900" b="1" i="0" u="sng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spcAft>
                <a:spcPts val="600"/>
              </a:spcAft>
              <a:defRPr/>
            </a:pPr>
            <a:r>
              <a:rPr lang="en-GB" alt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2. </a:t>
            </a:r>
            <a:r>
              <a:rPr lang="en-GB" altLang="da-DK" sz="9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Or copy an entire slide into your new presentation and then choose a fitting layout. Remember to delete the old, wrong layouts (go to View &gt; Slidemaster and delete them)</a:t>
            </a:r>
            <a:endParaRPr lang="en-GB" alt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0722642E-922E-4D3E-9481-C027E3A93CD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32727" y="4779904"/>
            <a:ext cx="475428" cy="17676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37E3D92-3923-49A5-9D66-A01D052984C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3901" t="45142" r="62601" b="9046"/>
          <a:stretch/>
        </p:blipFill>
        <p:spPr>
          <a:xfrm>
            <a:off x="6726550" y="1735179"/>
            <a:ext cx="341204" cy="321707"/>
          </a:xfrm>
          <a:prstGeom prst="rect">
            <a:avLst/>
          </a:prstGeom>
        </p:spPr>
      </p:pic>
      <p:pic>
        <p:nvPicPr>
          <p:cNvPr id="24" name="Picture 16">
            <a:extLst>
              <a:ext uri="{FF2B5EF4-FFF2-40B4-BE49-F238E27FC236}">
                <a16:creationId xmlns:a16="http://schemas.microsoft.com/office/drawing/2014/main" id="{EE4BD888-DAA9-4A3B-ADD9-0ACB9540A63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32727" y="3962909"/>
            <a:ext cx="328881" cy="505501"/>
          </a:xfrm>
          <a:prstGeom prst="rect">
            <a:avLst/>
          </a:prstGeom>
        </p:spPr>
      </p:pic>
      <p:pic>
        <p:nvPicPr>
          <p:cNvPr id="26" name="Picture 20">
            <a:extLst>
              <a:ext uri="{FF2B5EF4-FFF2-40B4-BE49-F238E27FC236}">
                <a16:creationId xmlns:a16="http://schemas.microsoft.com/office/drawing/2014/main" id="{ADF46DFB-ABDB-43BA-AD93-FDEE2D7642D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35425" y="3229754"/>
            <a:ext cx="538465" cy="172841"/>
          </a:xfrm>
          <a:prstGeom prst="rect">
            <a:avLst/>
          </a:prstGeom>
        </p:spPr>
      </p:pic>
      <p:pic>
        <p:nvPicPr>
          <p:cNvPr id="27" name="Picture 19">
            <a:extLst>
              <a:ext uri="{FF2B5EF4-FFF2-40B4-BE49-F238E27FC236}">
                <a16:creationId xmlns:a16="http://schemas.microsoft.com/office/drawing/2014/main" id="{CF6F40E1-EF2A-4675-A88E-429AD3ADD347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6802694" y="2453659"/>
            <a:ext cx="313788" cy="543900"/>
          </a:xfrm>
          <a:prstGeom prst="rect">
            <a:avLst/>
          </a:prstGeom>
        </p:spPr>
      </p:pic>
      <p:pic>
        <p:nvPicPr>
          <p:cNvPr id="18" name="Picture 12">
            <a:extLst>
              <a:ext uri="{FF2B5EF4-FFF2-40B4-BE49-F238E27FC236}">
                <a16:creationId xmlns:a16="http://schemas.microsoft.com/office/drawing/2014/main" id="{1EEB59ED-856C-4646-8080-8164D2973D0E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717337" y="1980536"/>
            <a:ext cx="378293" cy="54336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18B3BD4-04BC-40A0-B801-FB79B0884023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2932727" y="2518464"/>
            <a:ext cx="457143" cy="257143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A02284-6888-4337-9A6F-80EFD8C40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D2B70A-6BC5-4C66-869E-61F2A38A3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09F8ED-36EE-4F7B-8B5E-A531C6E80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07366-CB75-4AA8-9E5B-928B849F427C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6874244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&gt;Do not use layouts after this &gt;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124504-36FD-4753-851D-5B7D02D4A2D1}"/>
              </a:ext>
            </a:extLst>
          </p:cNvPr>
          <p:cNvSpPr/>
          <p:nvPr userDrawn="1"/>
        </p:nvSpPr>
        <p:spPr>
          <a:xfrm>
            <a:off x="0" y="0"/>
            <a:ext cx="12192000" cy="6861600"/>
          </a:xfrm>
          <a:prstGeom prst="rect">
            <a:avLst/>
          </a:prstGeom>
          <a:solidFill>
            <a:schemeClr val="tx1"/>
          </a:solidFill>
          <a:ln w="6350" cap="rnd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600"/>
              </a:spcBef>
              <a:buClr>
                <a:srgbClr val="003755"/>
              </a:buClr>
            </a:pP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" name="Do not use"/>
          <p:cNvSpPr txBox="1"/>
          <p:nvPr userDrawn="1"/>
        </p:nvSpPr>
        <p:spPr>
          <a:xfrm>
            <a:off x="430213" y="656823"/>
            <a:ext cx="11356977" cy="289310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indent="0" algn="ctr" fontAlgn="auto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3755"/>
              </a:buClr>
              <a:buSzTx/>
              <a:buFontTx/>
              <a:buNone/>
              <a:tabLst/>
            </a:pPr>
            <a:r>
              <a:rPr lang="en-GB" sz="4400" b="0" noProof="0">
                <a:solidFill>
                  <a:schemeClr val="bg1"/>
                </a:solidFill>
              </a:rPr>
              <a:t>If you see any </a:t>
            </a:r>
            <a:r>
              <a:rPr lang="en-GB" sz="4400" b="1" i="1" noProof="0">
                <a:solidFill>
                  <a:schemeClr val="bg1"/>
                </a:solidFill>
              </a:rPr>
              <a:t>layouts after this </a:t>
            </a:r>
            <a:r>
              <a:rPr lang="en-GB" sz="4400" b="0" i="0" noProof="0">
                <a:solidFill>
                  <a:schemeClr val="bg1"/>
                </a:solidFill>
              </a:rPr>
              <a:t>one</a:t>
            </a:r>
            <a:r>
              <a:rPr lang="en-GB" sz="4400" b="1" i="1" noProof="0">
                <a:solidFill>
                  <a:schemeClr val="bg1"/>
                </a:solidFill>
              </a:rPr>
              <a:t>,</a:t>
            </a:r>
            <a:br>
              <a:rPr lang="en-GB" sz="4400" b="0" i="0" noProof="0">
                <a:solidFill>
                  <a:schemeClr val="bg1"/>
                </a:solidFill>
              </a:rPr>
            </a:br>
            <a:r>
              <a:rPr lang="en-GB" sz="4400" b="0" noProof="0">
                <a:solidFill>
                  <a:schemeClr val="bg1"/>
                </a:solidFill>
              </a:rPr>
              <a:t>do not use them. These layouts </a:t>
            </a:r>
            <a:r>
              <a:rPr lang="en-GB" sz="4400" b="1" i="1" u="none" noProof="0">
                <a:solidFill>
                  <a:schemeClr val="bg1"/>
                </a:solidFill>
              </a:rPr>
              <a:t>are not </a:t>
            </a:r>
            <a:r>
              <a:rPr lang="en-GB" sz="4400" b="0" noProof="0">
                <a:solidFill>
                  <a:schemeClr val="bg1"/>
                </a:solidFill>
              </a:rPr>
              <a:t>part of our corporate template.</a:t>
            </a:r>
            <a:br>
              <a:rPr lang="en-GB" sz="2800" b="0" noProof="0">
                <a:solidFill>
                  <a:schemeClr val="bg1"/>
                </a:solidFill>
              </a:rPr>
            </a:br>
            <a:br>
              <a:rPr lang="en-GB" sz="2800" b="0" noProof="0">
                <a:solidFill>
                  <a:schemeClr val="bg1"/>
                </a:solidFill>
              </a:rPr>
            </a:br>
            <a:endParaRPr lang="en-GB" sz="2800" b="0" noProof="0" dirty="0">
              <a:solidFill>
                <a:schemeClr val="bg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BEB5E5A-DA85-4D5B-80B9-F94482F55D76}"/>
              </a:ext>
            </a:extLst>
          </p:cNvPr>
          <p:cNvGrpSpPr/>
          <p:nvPr userDrawn="1"/>
        </p:nvGrpSpPr>
        <p:grpSpPr>
          <a:xfrm rot="8100000">
            <a:off x="10404874" y="3325226"/>
            <a:ext cx="1036788" cy="1036788"/>
            <a:chOff x="6096000" y="4963130"/>
            <a:chExt cx="1456719" cy="1456719"/>
          </a:xfrm>
          <a:solidFill>
            <a:schemeClr val="bg1"/>
          </a:solidFill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823227E-A862-4A7F-BC20-0D107430AB2C}"/>
                </a:ext>
              </a:extLst>
            </p:cNvPr>
            <p:cNvSpPr/>
            <p:nvPr userDrawn="1"/>
          </p:nvSpPr>
          <p:spPr>
            <a:xfrm rot="5400000">
              <a:off x="5534135" y="5524995"/>
              <a:ext cx="1456719" cy="332990"/>
            </a:xfrm>
            <a:prstGeom prst="rect">
              <a:avLst/>
            </a:prstGeom>
            <a:grpFill/>
            <a:ln w="6350" cap="rnd">
              <a:noFill/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600"/>
                </a:spcBef>
                <a:buClr>
                  <a:srgbClr val="003755"/>
                </a:buClr>
              </a:pPr>
              <a:endParaRPr lang="en-GB" sz="1400" dirty="0">
                <a:solidFill>
                  <a:schemeClr val="tx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8501AE6-6504-4184-9443-E89AFACF769D}"/>
                </a:ext>
              </a:extLst>
            </p:cNvPr>
            <p:cNvSpPr/>
            <p:nvPr userDrawn="1"/>
          </p:nvSpPr>
          <p:spPr>
            <a:xfrm rot="10800000">
              <a:off x="6096000" y="4963130"/>
              <a:ext cx="1456719" cy="332990"/>
            </a:xfrm>
            <a:prstGeom prst="rect">
              <a:avLst/>
            </a:prstGeom>
            <a:grpFill/>
            <a:ln w="6350" cap="rnd">
              <a:noFill/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600"/>
                </a:spcBef>
                <a:buClr>
                  <a:srgbClr val="003755"/>
                </a:buClr>
              </a:pPr>
              <a:endParaRPr lang="en-GB" sz="1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67CEE09B-6EE1-4BF2-85A3-DE69E91BC4C6}"/>
              </a:ext>
            </a:extLst>
          </p:cNvPr>
          <p:cNvSpPr/>
          <p:nvPr userDrawn="1"/>
        </p:nvSpPr>
        <p:spPr>
          <a:xfrm>
            <a:off x="430213" y="2588374"/>
            <a:ext cx="10152346" cy="22159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13800" b="1" i="1" noProof="0">
                <a:solidFill>
                  <a:schemeClr val="bg1"/>
                </a:solidFill>
              </a:rPr>
              <a:t>Do not use </a:t>
            </a:r>
            <a:endParaRPr lang="en-GB" sz="2400" b="1" i="1" dirty="0"/>
          </a:p>
        </p:txBody>
      </p:sp>
      <p:sp>
        <p:nvSpPr>
          <p:cNvPr id="16" name="Do not use">
            <a:extLst>
              <a:ext uri="{FF2B5EF4-FFF2-40B4-BE49-F238E27FC236}">
                <a16:creationId xmlns:a16="http://schemas.microsoft.com/office/drawing/2014/main" id="{A8FA78FA-4D94-4717-B7C6-6F86378D6B01}"/>
              </a:ext>
            </a:extLst>
          </p:cNvPr>
          <p:cNvSpPr txBox="1"/>
          <p:nvPr userDrawn="1"/>
        </p:nvSpPr>
        <p:spPr>
          <a:xfrm>
            <a:off x="430214" y="5186455"/>
            <a:ext cx="11356974" cy="9694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indent="0" algn="ctr" fontAlgn="auto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3755"/>
              </a:buClr>
              <a:buSzTx/>
              <a:buFontTx/>
              <a:buNone/>
              <a:tabLst/>
            </a:pPr>
            <a:r>
              <a:rPr lang="en-GB" sz="2000" b="0" noProof="0">
                <a:solidFill>
                  <a:schemeClr val="bg1"/>
                </a:solidFill>
              </a:rPr>
              <a:t>Due to PowerPoint’s standard Copy/Paste functionality extra undesirable layouts can appear.</a:t>
            </a:r>
          </a:p>
          <a:p>
            <a:pPr marL="0" marR="0" indent="0" algn="ctr" fontAlgn="auto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3755"/>
              </a:buClr>
              <a:buSzTx/>
              <a:buFontTx/>
              <a:buNone/>
              <a:tabLst/>
            </a:pPr>
            <a:r>
              <a:rPr lang="en-GB" sz="2000" b="0" noProof="0">
                <a:solidFill>
                  <a:schemeClr val="bg1"/>
                </a:solidFill>
              </a:rPr>
              <a:t>Also notice: Layouts after this might contain potential confidential information.</a:t>
            </a:r>
            <a:br>
              <a:rPr lang="en-GB" sz="1800" b="0" noProof="0">
                <a:solidFill>
                  <a:schemeClr val="bg1"/>
                </a:solidFill>
              </a:rPr>
            </a:br>
            <a:endParaRPr lang="en-GB" sz="1800" b="0" noProof="0" dirty="0">
              <a:solidFill>
                <a:schemeClr val="bg1"/>
              </a:solidFill>
            </a:endParaRPr>
          </a:p>
        </p:txBody>
      </p:sp>
      <p:sp>
        <p:nvSpPr>
          <p:cNvPr id="13" name="Date Placeholder 6" hidden="1">
            <a:extLst>
              <a:ext uri="{FF2B5EF4-FFF2-40B4-BE49-F238E27FC236}">
                <a16:creationId xmlns:a16="http://schemas.microsoft.com/office/drawing/2014/main" id="{706505A8-87EA-4BA0-B698-35156BC765D0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6F52A3B9-C46E-47C2-A1FB-F5434525BDF4}" type="datetime4">
              <a:rPr lang="en-GB" smtClean="0"/>
              <a:t>30 May 2025</a:t>
            </a:fld>
            <a:endParaRPr lang="en-GB" dirty="0"/>
          </a:p>
        </p:txBody>
      </p:sp>
      <p:sp>
        <p:nvSpPr>
          <p:cNvPr id="14" name="Footer Placeholder 8" hidden="1">
            <a:extLst>
              <a:ext uri="{FF2B5EF4-FFF2-40B4-BE49-F238E27FC236}">
                <a16:creationId xmlns:a16="http://schemas.microsoft.com/office/drawing/2014/main" id="{AB150C2C-2030-498B-8262-6BD5BCCBB34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en-GB" dirty="0"/>
          </a:p>
        </p:txBody>
      </p:sp>
      <p:sp>
        <p:nvSpPr>
          <p:cNvPr id="15" name="Slide Number Placeholder 10" hidden="1">
            <a:extLst>
              <a:ext uri="{FF2B5EF4-FFF2-40B4-BE49-F238E27FC236}">
                <a16:creationId xmlns:a16="http://schemas.microsoft.com/office/drawing/2014/main" id="{E81B246F-92C7-4EF8-ACD0-05F73C7095B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23AA811B-2EBD-4900-905E-5BE206449611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67450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tags" Target="../tags/tag9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tags" Target="../tags/tag4.xml"/><Relationship Id="rId42" Type="http://schemas.openxmlformats.org/officeDocument/2006/relationships/tags" Target="../tags/tag12.xml"/><Relationship Id="rId47" Type="http://schemas.openxmlformats.org/officeDocument/2006/relationships/tags" Target="../tags/tag17.xml"/><Relationship Id="rId50" Type="http://schemas.openxmlformats.org/officeDocument/2006/relationships/tags" Target="../tags/tag20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tags" Target="../tags/tag3.xml"/><Relationship Id="rId38" Type="http://schemas.openxmlformats.org/officeDocument/2006/relationships/tags" Target="../tags/tag8.xml"/><Relationship Id="rId46" Type="http://schemas.openxmlformats.org/officeDocument/2006/relationships/tags" Target="../tags/tag16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tags" Target="../tags/tag1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ags" Target="../tags/tag2.xml"/><Relationship Id="rId37" Type="http://schemas.openxmlformats.org/officeDocument/2006/relationships/tags" Target="../tags/tag7.xml"/><Relationship Id="rId40" Type="http://schemas.openxmlformats.org/officeDocument/2006/relationships/tags" Target="../tags/tag10.xml"/><Relationship Id="rId45" Type="http://schemas.openxmlformats.org/officeDocument/2006/relationships/tags" Target="../tags/tag15.xml"/><Relationship Id="rId53" Type="http://schemas.openxmlformats.org/officeDocument/2006/relationships/tags" Target="../tags/tag23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ags" Target="../tags/tag6.xml"/><Relationship Id="rId49" Type="http://schemas.openxmlformats.org/officeDocument/2006/relationships/tags" Target="../tags/tag1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ags" Target="../tags/tag1.xml"/><Relationship Id="rId44" Type="http://schemas.openxmlformats.org/officeDocument/2006/relationships/tags" Target="../tags/tag14.xml"/><Relationship Id="rId52" Type="http://schemas.openxmlformats.org/officeDocument/2006/relationships/tags" Target="../tags/tag2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Relationship Id="rId35" Type="http://schemas.openxmlformats.org/officeDocument/2006/relationships/tags" Target="../tags/tag5.xml"/><Relationship Id="rId43" Type="http://schemas.openxmlformats.org/officeDocument/2006/relationships/tags" Target="../tags/tag13.xml"/><Relationship Id="rId48" Type="http://schemas.openxmlformats.org/officeDocument/2006/relationships/tags" Target="../tags/tag18.xml"/><Relationship Id="rId8" Type="http://schemas.openxmlformats.org/officeDocument/2006/relationships/slideLayout" Target="../slideLayouts/slideLayout8.xml"/><Relationship Id="rId51" Type="http://schemas.openxmlformats.org/officeDocument/2006/relationships/tags" Target="../tags/tag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9750" y="539750"/>
            <a:ext cx="11110914" cy="93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 noProof="0"/>
              <a:t>Click to edit Master title style</a:t>
            </a:r>
            <a:endParaRPr lang="en-GB" noProof="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9749" y="1730376"/>
            <a:ext cx="11110914" cy="431762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GB" noProof="0" dirty="0"/>
          </a:p>
        </p:txBody>
      </p:sp>
      <p:sp>
        <p:nvSpPr>
          <p:cNvPr id="14" name="Rectangle 13" hidden="1">
            <a:extLst>
              <a:ext uri="{FF2B5EF4-FFF2-40B4-BE49-F238E27FC236}">
                <a16:creationId xmlns:a16="http://schemas.microsoft.com/office/drawing/2014/main" id="{BB63DCEC-AAD3-4DB4-9AE3-B5D19A9C2484}"/>
              </a:ext>
            </a:extLst>
          </p:cNvPr>
          <p:cNvSpPr/>
          <p:nvPr userDrawn="1">
            <p:custDataLst>
              <p:tags r:id="rId31"/>
            </p:custDataLst>
          </p:nvPr>
        </p:nvSpPr>
        <p:spPr>
          <a:xfrm>
            <a:off x="540000" y="540000"/>
            <a:ext cx="761000" cy="5508000"/>
          </a:xfrm>
          <a:prstGeom prst="rect">
            <a:avLst/>
          </a:prstGeom>
          <a:solidFill>
            <a:srgbClr val="EAEAEA">
              <a:alpha val="50000"/>
            </a:srgbClr>
          </a:solidFill>
          <a:ln w="12700" cap="flat" cmpd="sng" algn="ctr">
            <a:solidFill>
              <a:schemeClr val="accent1"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GB" sz="2000" noProof="0" dirty="0"/>
          </a:p>
        </p:txBody>
      </p:sp>
      <p:sp>
        <p:nvSpPr>
          <p:cNvPr id="17" name="Rectangle 16" hidden="1">
            <a:extLst>
              <a:ext uri="{FF2B5EF4-FFF2-40B4-BE49-F238E27FC236}">
                <a16:creationId xmlns:a16="http://schemas.microsoft.com/office/drawing/2014/main" id="{0FD117DA-A2A8-4F9D-B936-69DCC4F5F5D2}"/>
              </a:ext>
            </a:extLst>
          </p:cNvPr>
          <p:cNvSpPr/>
          <p:nvPr userDrawn="1">
            <p:custDataLst>
              <p:tags r:id="rId32"/>
            </p:custDataLst>
          </p:nvPr>
        </p:nvSpPr>
        <p:spPr>
          <a:xfrm>
            <a:off x="1301000" y="540000"/>
            <a:ext cx="180000" cy="5508000"/>
          </a:xfrm>
          <a:prstGeom prst="rect">
            <a:avLst/>
          </a:prstGeom>
          <a:solidFill>
            <a:srgbClr val="EAEAEA">
              <a:alpha val="50000"/>
            </a:srgbClr>
          </a:solidFill>
          <a:ln w="12700" cap="flat" cmpd="sng" algn="ctr">
            <a:solidFill>
              <a:schemeClr val="accent1"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GB" sz="2000" noProof="0" dirty="0"/>
          </a:p>
        </p:txBody>
      </p:sp>
      <p:sp>
        <p:nvSpPr>
          <p:cNvPr id="18" name="Rectangle 17" hidden="1">
            <a:extLst>
              <a:ext uri="{FF2B5EF4-FFF2-40B4-BE49-F238E27FC236}">
                <a16:creationId xmlns:a16="http://schemas.microsoft.com/office/drawing/2014/main" id="{2C7B45E7-1F83-4137-A47D-8B64435080C5}"/>
              </a:ext>
            </a:extLst>
          </p:cNvPr>
          <p:cNvSpPr/>
          <p:nvPr userDrawn="1">
            <p:custDataLst>
              <p:tags r:id="rId33"/>
            </p:custDataLst>
          </p:nvPr>
        </p:nvSpPr>
        <p:spPr>
          <a:xfrm>
            <a:off x="1481000" y="540000"/>
            <a:ext cx="761000" cy="5508000"/>
          </a:xfrm>
          <a:prstGeom prst="rect">
            <a:avLst/>
          </a:prstGeom>
          <a:solidFill>
            <a:srgbClr val="EAEAEA">
              <a:alpha val="50000"/>
            </a:srgbClr>
          </a:solidFill>
          <a:ln w="12700" cap="flat" cmpd="sng" algn="ctr">
            <a:solidFill>
              <a:schemeClr val="accent1"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GB" sz="2000" noProof="0" dirty="0"/>
          </a:p>
        </p:txBody>
      </p:sp>
      <p:sp>
        <p:nvSpPr>
          <p:cNvPr id="19" name="Rectangle 18" hidden="1">
            <a:extLst>
              <a:ext uri="{FF2B5EF4-FFF2-40B4-BE49-F238E27FC236}">
                <a16:creationId xmlns:a16="http://schemas.microsoft.com/office/drawing/2014/main" id="{A8B3B5FE-7988-4FC0-84E6-9CF1C3C4CA51}"/>
              </a:ext>
            </a:extLst>
          </p:cNvPr>
          <p:cNvSpPr/>
          <p:nvPr userDrawn="1">
            <p:custDataLst>
              <p:tags r:id="rId34"/>
            </p:custDataLst>
          </p:nvPr>
        </p:nvSpPr>
        <p:spPr>
          <a:xfrm>
            <a:off x="2242000" y="540000"/>
            <a:ext cx="180000" cy="5508000"/>
          </a:xfrm>
          <a:prstGeom prst="rect">
            <a:avLst/>
          </a:prstGeom>
          <a:solidFill>
            <a:srgbClr val="EAEAEA">
              <a:alpha val="50000"/>
            </a:srgbClr>
          </a:solidFill>
          <a:ln w="12700" cap="flat" cmpd="sng" algn="ctr">
            <a:solidFill>
              <a:schemeClr val="accent1"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GB" sz="2000" noProof="0" dirty="0"/>
          </a:p>
        </p:txBody>
      </p:sp>
      <p:sp>
        <p:nvSpPr>
          <p:cNvPr id="20" name="Rectangle 19" hidden="1">
            <a:extLst>
              <a:ext uri="{FF2B5EF4-FFF2-40B4-BE49-F238E27FC236}">
                <a16:creationId xmlns:a16="http://schemas.microsoft.com/office/drawing/2014/main" id="{1EDC7C3A-9F84-479D-9C27-16EAE38E647C}"/>
              </a:ext>
            </a:extLst>
          </p:cNvPr>
          <p:cNvSpPr/>
          <p:nvPr userDrawn="1">
            <p:custDataLst>
              <p:tags r:id="rId35"/>
            </p:custDataLst>
          </p:nvPr>
        </p:nvSpPr>
        <p:spPr>
          <a:xfrm>
            <a:off x="2422000" y="540000"/>
            <a:ext cx="761000" cy="5508000"/>
          </a:xfrm>
          <a:prstGeom prst="rect">
            <a:avLst/>
          </a:prstGeom>
          <a:solidFill>
            <a:srgbClr val="EAEAEA">
              <a:alpha val="50000"/>
            </a:srgbClr>
          </a:solidFill>
          <a:ln w="12700" cap="flat" cmpd="sng" algn="ctr">
            <a:solidFill>
              <a:schemeClr val="accent1"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GB" sz="2000" noProof="0" dirty="0"/>
          </a:p>
        </p:txBody>
      </p:sp>
      <p:sp>
        <p:nvSpPr>
          <p:cNvPr id="21" name="Rectangle 20" hidden="1">
            <a:extLst>
              <a:ext uri="{FF2B5EF4-FFF2-40B4-BE49-F238E27FC236}">
                <a16:creationId xmlns:a16="http://schemas.microsoft.com/office/drawing/2014/main" id="{0D6D4D25-7264-48B4-AADE-6A2F1A824C8B}"/>
              </a:ext>
            </a:extLst>
          </p:cNvPr>
          <p:cNvSpPr/>
          <p:nvPr userDrawn="1">
            <p:custDataLst>
              <p:tags r:id="rId36"/>
            </p:custDataLst>
          </p:nvPr>
        </p:nvSpPr>
        <p:spPr>
          <a:xfrm>
            <a:off x="3183000" y="540000"/>
            <a:ext cx="180000" cy="5508000"/>
          </a:xfrm>
          <a:prstGeom prst="rect">
            <a:avLst/>
          </a:prstGeom>
          <a:solidFill>
            <a:srgbClr val="EAEAEA">
              <a:alpha val="50000"/>
            </a:srgbClr>
          </a:solidFill>
          <a:ln w="12700" cap="flat" cmpd="sng" algn="ctr">
            <a:solidFill>
              <a:schemeClr val="accent1"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GB" sz="2000" noProof="0" dirty="0"/>
          </a:p>
        </p:txBody>
      </p:sp>
      <p:sp>
        <p:nvSpPr>
          <p:cNvPr id="22" name="Rectangle 21" hidden="1">
            <a:extLst>
              <a:ext uri="{FF2B5EF4-FFF2-40B4-BE49-F238E27FC236}">
                <a16:creationId xmlns:a16="http://schemas.microsoft.com/office/drawing/2014/main" id="{D415979B-387F-475E-814F-C88D5AB822CB}"/>
              </a:ext>
            </a:extLst>
          </p:cNvPr>
          <p:cNvSpPr/>
          <p:nvPr userDrawn="1">
            <p:custDataLst>
              <p:tags r:id="rId37"/>
            </p:custDataLst>
          </p:nvPr>
        </p:nvSpPr>
        <p:spPr>
          <a:xfrm>
            <a:off x="3363000" y="540000"/>
            <a:ext cx="761000" cy="5508000"/>
          </a:xfrm>
          <a:prstGeom prst="rect">
            <a:avLst/>
          </a:prstGeom>
          <a:solidFill>
            <a:srgbClr val="EAEAEA">
              <a:alpha val="50000"/>
            </a:srgbClr>
          </a:solidFill>
          <a:ln w="12700" cap="flat" cmpd="sng" algn="ctr">
            <a:solidFill>
              <a:schemeClr val="accent1"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GB" sz="2000" noProof="0" dirty="0"/>
          </a:p>
        </p:txBody>
      </p:sp>
      <p:sp>
        <p:nvSpPr>
          <p:cNvPr id="23" name="Rectangle 22" hidden="1">
            <a:extLst>
              <a:ext uri="{FF2B5EF4-FFF2-40B4-BE49-F238E27FC236}">
                <a16:creationId xmlns:a16="http://schemas.microsoft.com/office/drawing/2014/main" id="{877E9948-C983-44F5-B38B-9D9B79AB0C13}"/>
              </a:ext>
            </a:extLst>
          </p:cNvPr>
          <p:cNvSpPr/>
          <p:nvPr userDrawn="1">
            <p:custDataLst>
              <p:tags r:id="rId38"/>
            </p:custDataLst>
          </p:nvPr>
        </p:nvSpPr>
        <p:spPr>
          <a:xfrm>
            <a:off x="4124000" y="540000"/>
            <a:ext cx="180000" cy="5508000"/>
          </a:xfrm>
          <a:prstGeom prst="rect">
            <a:avLst/>
          </a:prstGeom>
          <a:solidFill>
            <a:srgbClr val="EAEAEA">
              <a:alpha val="50000"/>
            </a:srgbClr>
          </a:solidFill>
          <a:ln w="12700" cap="flat" cmpd="sng" algn="ctr">
            <a:solidFill>
              <a:schemeClr val="accent1"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GB" sz="2000" noProof="0" dirty="0"/>
          </a:p>
        </p:txBody>
      </p:sp>
      <p:sp>
        <p:nvSpPr>
          <p:cNvPr id="24" name="Rectangle 23" hidden="1">
            <a:extLst>
              <a:ext uri="{FF2B5EF4-FFF2-40B4-BE49-F238E27FC236}">
                <a16:creationId xmlns:a16="http://schemas.microsoft.com/office/drawing/2014/main" id="{C90019DE-0E2E-4D25-8EBB-2AA6C9805FCB}"/>
              </a:ext>
            </a:extLst>
          </p:cNvPr>
          <p:cNvSpPr/>
          <p:nvPr userDrawn="1">
            <p:custDataLst>
              <p:tags r:id="rId39"/>
            </p:custDataLst>
          </p:nvPr>
        </p:nvSpPr>
        <p:spPr>
          <a:xfrm>
            <a:off x="4304000" y="540000"/>
            <a:ext cx="761000" cy="5508000"/>
          </a:xfrm>
          <a:prstGeom prst="rect">
            <a:avLst/>
          </a:prstGeom>
          <a:solidFill>
            <a:srgbClr val="EAEAEA">
              <a:alpha val="50000"/>
            </a:srgbClr>
          </a:solidFill>
          <a:ln w="12700" cap="flat" cmpd="sng" algn="ctr">
            <a:solidFill>
              <a:schemeClr val="accent1"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GB" sz="2000" noProof="0" dirty="0"/>
          </a:p>
        </p:txBody>
      </p:sp>
      <p:sp>
        <p:nvSpPr>
          <p:cNvPr id="25" name="Rectangle 24" hidden="1">
            <a:extLst>
              <a:ext uri="{FF2B5EF4-FFF2-40B4-BE49-F238E27FC236}">
                <a16:creationId xmlns:a16="http://schemas.microsoft.com/office/drawing/2014/main" id="{5743DD09-14AA-4131-9DA2-5E4B49BF5418}"/>
              </a:ext>
            </a:extLst>
          </p:cNvPr>
          <p:cNvSpPr/>
          <p:nvPr userDrawn="1">
            <p:custDataLst>
              <p:tags r:id="rId40"/>
            </p:custDataLst>
          </p:nvPr>
        </p:nvSpPr>
        <p:spPr>
          <a:xfrm>
            <a:off x="5065000" y="540000"/>
            <a:ext cx="180000" cy="5508000"/>
          </a:xfrm>
          <a:prstGeom prst="rect">
            <a:avLst/>
          </a:prstGeom>
          <a:solidFill>
            <a:srgbClr val="EAEAEA">
              <a:alpha val="50000"/>
            </a:srgbClr>
          </a:solidFill>
          <a:ln w="12700" cap="flat" cmpd="sng" algn="ctr">
            <a:solidFill>
              <a:schemeClr val="accent1"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GB" sz="2000" noProof="0" dirty="0"/>
          </a:p>
        </p:txBody>
      </p:sp>
      <p:sp>
        <p:nvSpPr>
          <p:cNvPr id="26" name="Rectangle 25" hidden="1">
            <a:extLst>
              <a:ext uri="{FF2B5EF4-FFF2-40B4-BE49-F238E27FC236}">
                <a16:creationId xmlns:a16="http://schemas.microsoft.com/office/drawing/2014/main" id="{54D98BB9-B9BA-4230-9B6C-2B0937D4CADC}"/>
              </a:ext>
            </a:extLst>
          </p:cNvPr>
          <p:cNvSpPr/>
          <p:nvPr userDrawn="1">
            <p:custDataLst>
              <p:tags r:id="rId41"/>
            </p:custDataLst>
          </p:nvPr>
        </p:nvSpPr>
        <p:spPr>
          <a:xfrm>
            <a:off x="5245000" y="540000"/>
            <a:ext cx="761000" cy="5508000"/>
          </a:xfrm>
          <a:prstGeom prst="rect">
            <a:avLst/>
          </a:prstGeom>
          <a:solidFill>
            <a:srgbClr val="EAEAEA">
              <a:alpha val="50000"/>
            </a:srgbClr>
          </a:solidFill>
          <a:ln w="12700" cap="flat" cmpd="sng" algn="ctr">
            <a:solidFill>
              <a:schemeClr val="accent1"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GB" sz="2000" noProof="0" dirty="0"/>
          </a:p>
        </p:txBody>
      </p:sp>
      <p:sp>
        <p:nvSpPr>
          <p:cNvPr id="27" name="Rectangle 26" hidden="1">
            <a:extLst>
              <a:ext uri="{FF2B5EF4-FFF2-40B4-BE49-F238E27FC236}">
                <a16:creationId xmlns:a16="http://schemas.microsoft.com/office/drawing/2014/main" id="{0E84BDF3-3A6F-4957-9C70-3E513F17F8E6}"/>
              </a:ext>
            </a:extLst>
          </p:cNvPr>
          <p:cNvSpPr/>
          <p:nvPr userDrawn="1">
            <p:custDataLst>
              <p:tags r:id="rId42"/>
            </p:custDataLst>
          </p:nvPr>
        </p:nvSpPr>
        <p:spPr>
          <a:xfrm>
            <a:off x="6006000" y="540000"/>
            <a:ext cx="180000" cy="5508000"/>
          </a:xfrm>
          <a:prstGeom prst="rect">
            <a:avLst/>
          </a:prstGeom>
          <a:solidFill>
            <a:srgbClr val="EAEAEA">
              <a:alpha val="50000"/>
            </a:srgbClr>
          </a:solidFill>
          <a:ln w="12700" cap="flat" cmpd="sng" algn="ctr">
            <a:solidFill>
              <a:schemeClr val="accent1"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GB" sz="2000" noProof="0" dirty="0"/>
          </a:p>
        </p:txBody>
      </p:sp>
      <p:sp>
        <p:nvSpPr>
          <p:cNvPr id="28" name="Rectangle 27" hidden="1">
            <a:extLst>
              <a:ext uri="{FF2B5EF4-FFF2-40B4-BE49-F238E27FC236}">
                <a16:creationId xmlns:a16="http://schemas.microsoft.com/office/drawing/2014/main" id="{F8D87BF2-62DC-4044-8884-CD295F80035D}"/>
              </a:ext>
            </a:extLst>
          </p:cNvPr>
          <p:cNvSpPr/>
          <p:nvPr userDrawn="1">
            <p:custDataLst>
              <p:tags r:id="rId43"/>
            </p:custDataLst>
          </p:nvPr>
        </p:nvSpPr>
        <p:spPr>
          <a:xfrm>
            <a:off x="6186000" y="540000"/>
            <a:ext cx="761000" cy="5508000"/>
          </a:xfrm>
          <a:prstGeom prst="rect">
            <a:avLst/>
          </a:prstGeom>
          <a:solidFill>
            <a:srgbClr val="EAEAEA">
              <a:alpha val="50000"/>
            </a:srgbClr>
          </a:solidFill>
          <a:ln w="12700" cap="flat" cmpd="sng" algn="ctr">
            <a:solidFill>
              <a:schemeClr val="accent1"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GB" sz="2000" noProof="0" dirty="0"/>
          </a:p>
        </p:txBody>
      </p:sp>
      <p:sp>
        <p:nvSpPr>
          <p:cNvPr id="29" name="Rectangle 28" hidden="1">
            <a:extLst>
              <a:ext uri="{FF2B5EF4-FFF2-40B4-BE49-F238E27FC236}">
                <a16:creationId xmlns:a16="http://schemas.microsoft.com/office/drawing/2014/main" id="{997FA058-ADE0-4733-B4D3-D07665FA08E4}"/>
              </a:ext>
            </a:extLst>
          </p:cNvPr>
          <p:cNvSpPr/>
          <p:nvPr userDrawn="1">
            <p:custDataLst>
              <p:tags r:id="rId44"/>
            </p:custDataLst>
          </p:nvPr>
        </p:nvSpPr>
        <p:spPr>
          <a:xfrm>
            <a:off x="6947000" y="540000"/>
            <a:ext cx="180000" cy="5508000"/>
          </a:xfrm>
          <a:prstGeom prst="rect">
            <a:avLst/>
          </a:prstGeom>
          <a:solidFill>
            <a:srgbClr val="EAEAEA">
              <a:alpha val="50000"/>
            </a:srgbClr>
          </a:solidFill>
          <a:ln w="12700" cap="flat" cmpd="sng" algn="ctr">
            <a:solidFill>
              <a:schemeClr val="accent1"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GB" sz="2000" noProof="0" dirty="0"/>
          </a:p>
        </p:txBody>
      </p:sp>
      <p:sp>
        <p:nvSpPr>
          <p:cNvPr id="30" name="Rectangle 29" hidden="1">
            <a:extLst>
              <a:ext uri="{FF2B5EF4-FFF2-40B4-BE49-F238E27FC236}">
                <a16:creationId xmlns:a16="http://schemas.microsoft.com/office/drawing/2014/main" id="{CF0CB68A-836B-4424-A951-4595D080DA84}"/>
              </a:ext>
            </a:extLst>
          </p:cNvPr>
          <p:cNvSpPr/>
          <p:nvPr userDrawn="1">
            <p:custDataLst>
              <p:tags r:id="rId45"/>
            </p:custDataLst>
          </p:nvPr>
        </p:nvSpPr>
        <p:spPr>
          <a:xfrm>
            <a:off x="7127000" y="540000"/>
            <a:ext cx="761000" cy="5508000"/>
          </a:xfrm>
          <a:prstGeom prst="rect">
            <a:avLst/>
          </a:prstGeom>
          <a:solidFill>
            <a:srgbClr val="EAEAEA">
              <a:alpha val="50000"/>
            </a:srgbClr>
          </a:solidFill>
          <a:ln w="12700" cap="flat" cmpd="sng" algn="ctr">
            <a:solidFill>
              <a:schemeClr val="accent1"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GB" sz="2000" noProof="0" dirty="0"/>
          </a:p>
        </p:txBody>
      </p:sp>
      <p:sp>
        <p:nvSpPr>
          <p:cNvPr id="31" name="Rectangle 30" hidden="1">
            <a:extLst>
              <a:ext uri="{FF2B5EF4-FFF2-40B4-BE49-F238E27FC236}">
                <a16:creationId xmlns:a16="http://schemas.microsoft.com/office/drawing/2014/main" id="{37E6161D-D1CC-43BF-868E-E0728DA933D2}"/>
              </a:ext>
            </a:extLst>
          </p:cNvPr>
          <p:cNvSpPr/>
          <p:nvPr userDrawn="1">
            <p:custDataLst>
              <p:tags r:id="rId46"/>
            </p:custDataLst>
          </p:nvPr>
        </p:nvSpPr>
        <p:spPr>
          <a:xfrm>
            <a:off x="7888000" y="540000"/>
            <a:ext cx="180000" cy="5508000"/>
          </a:xfrm>
          <a:prstGeom prst="rect">
            <a:avLst/>
          </a:prstGeom>
          <a:solidFill>
            <a:srgbClr val="EAEAEA">
              <a:alpha val="50000"/>
            </a:srgbClr>
          </a:solidFill>
          <a:ln w="12700" cap="flat" cmpd="sng" algn="ctr">
            <a:solidFill>
              <a:schemeClr val="accent1"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GB" sz="2000" noProof="0" dirty="0"/>
          </a:p>
        </p:txBody>
      </p:sp>
      <p:sp>
        <p:nvSpPr>
          <p:cNvPr id="32" name="Rectangle 31" hidden="1">
            <a:extLst>
              <a:ext uri="{FF2B5EF4-FFF2-40B4-BE49-F238E27FC236}">
                <a16:creationId xmlns:a16="http://schemas.microsoft.com/office/drawing/2014/main" id="{B91C25CE-0CFC-46B9-8355-74CBDF16BA65}"/>
              </a:ext>
            </a:extLst>
          </p:cNvPr>
          <p:cNvSpPr/>
          <p:nvPr userDrawn="1">
            <p:custDataLst>
              <p:tags r:id="rId47"/>
            </p:custDataLst>
          </p:nvPr>
        </p:nvSpPr>
        <p:spPr>
          <a:xfrm>
            <a:off x="8068000" y="540000"/>
            <a:ext cx="761000" cy="5508000"/>
          </a:xfrm>
          <a:prstGeom prst="rect">
            <a:avLst/>
          </a:prstGeom>
          <a:solidFill>
            <a:srgbClr val="EAEAEA">
              <a:alpha val="50000"/>
            </a:srgbClr>
          </a:solidFill>
          <a:ln w="12700" cap="flat" cmpd="sng" algn="ctr">
            <a:solidFill>
              <a:schemeClr val="accent1"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GB" sz="2000" noProof="0" dirty="0"/>
          </a:p>
        </p:txBody>
      </p:sp>
      <p:sp>
        <p:nvSpPr>
          <p:cNvPr id="33" name="Rectangle 32" hidden="1">
            <a:extLst>
              <a:ext uri="{FF2B5EF4-FFF2-40B4-BE49-F238E27FC236}">
                <a16:creationId xmlns:a16="http://schemas.microsoft.com/office/drawing/2014/main" id="{DE20CDAE-9F45-4CE8-A05F-6A96B2B5939F}"/>
              </a:ext>
            </a:extLst>
          </p:cNvPr>
          <p:cNvSpPr/>
          <p:nvPr userDrawn="1">
            <p:custDataLst>
              <p:tags r:id="rId48"/>
            </p:custDataLst>
          </p:nvPr>
        </p:nvSpPr>
        <p:spPr>
          <a:xfrm>
            <a:off x="8829000" y="540000"/>
            <a:ext cx="180000" cy="5508000"/>
          </a:xfrm>
          <a:prstGeom prst="rect">
            <a:avLst/>
          </a:prstGeom>
          <a:solidFill>
            <a:srgbClr val="EAEAEA">
              <a:alpha val="50000"/>
            </a:srgbClr>
          </a:solidFill>
          <a:ln w="12700" cap="flat" cmpd="sng" algn="ctr">
            <a:solidFill>
              <a:schemeClr val="accent1"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GB" sz="2000" noProof="0" dirty="0"/>
          </a:p>
        </p:txBody>
      </p:sp>
      <p:sp>
        <p:nvSpPr>
          <p:cNvPr id="34" name="Rectangle 33" hidden="1">
            <a:extLst>
              <a:ext uri="{FF2B5EF4-FFF2-40B4-BE49-F238E27FC236}">
                <a16:creationId xmlns:a16="http://schemas.microsoft.com/office/drawing/2014/main" id="{6432E07F-A333-4B52-865F-B73930C08029}"/>
              </a:ext>
            </a:extLst>
          </p:cNvPr>
          <p:cNvSpPr/>
          <p:nvPr userDrawn="1">
            <p:custDataLst>
              <p:tags r:id="rId49"/>
            </p:custDataLst>
          </p:nvPr>
        </p:nvSpPr>
        <p:spPr>
          <a:xfrm>
            <a:off x="9009000" y="540000"/>
            <a:ext cx="761000" cy="5508000"/>
          </a:xfrm>
          <a:prstGeom prst="rect">
            <a:avLst/>
          </a:prstGeom>
          <a:solidFill>
            <a:srgbClr val="EAEAEA">
              <a:alpha val="50000"/>
            </a:srgbClr>
          </a:solidFill>
          <a:ln w="12700" cap="flat" cmpd="sng" algn="ctr">
            <a:solidFill>
              <a:schemeClr val="accent1"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GB" sz="2000" noProof="0" dirty="0"/>
          </a:p>
        </p:txBody>
      </p:sp>
      <p:sp>
        <p:nvSpPr>
          <p:cNvPr id="35" name="Rectangle 34" hidden="1">
            <a:extLst>
              <a:ext uri="{FF2B5EF4-FFF2-40B4-BE49-F238E27FC236}">
                <a16:creationId xmlns:a16="http://schemas.microsoft.com/office/drawing/2014/main" id="{4391A0C5-6CD6-4DC4-8D81-B703452F5556}"/>
              </a:ext>
            </a:extLst>
          </p:cNvPr>
          <p:cNvSpPr/>
          <p:nvPr userDrawn="1">
            <p:custDataLst>
              <p:tags r:id="rId50"/>
            </p:custDataLst>
          </p:nvPr>
        </p:nvSpPr>
        <p:spPr>
          <a:xfrm>
            <a:off x="9770000" y="540000"/>
            <a:ext cx="180000" cy="5508000"/>
          </a:xfrm>
          <a:prstGeom prst="rect">
            <a:avLst/>
          </a:prstGeom>
          <a:solidFill>
            <a:srgbClr val="EAEAEA">
              <a:alpha val="50000"/>
            </a:srgbClr>
          </a:solidFill>
          <a:ln w="12700" cap="flat" cmpd="sng" algn="ctr">
            <a:solidFill>
              <a:schemeClr val="accent1"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GB" sz="2000" noProof="0" dirty="0"/>
          </a:p>
        </p:txBody>
      </p:sp>
      <p:sp>
        <p:nvSpPr>
          <p:cNvPr id="36" name="Rectangle 35" hidden="1">
            <a:extLst>
              <a:ext uri="{FF2B5EF4-FFF2-40B4-BE49-F238E27FC236}">
                <a16:creationId xmlns:a16="http://schemas.microsoft.com/office/drawing/2014/main" id="{C2BB7253-FD9F-45C4-B7EC-3DFA632E9A5C}"/>
              </a:ext>
            </a:extLst>
          </p:cNvPr>
          <p:cNvSpPr/>
          <p:nvPr userDrawn="1">
            <p:custDataLst>
              <p:tags r:id="rId51"/>
            </p:custDataLst>
          </p:nvPr>
        </p:nvSpPr>
        <p:spPr>
          <a:xfrm>
            <a:off x="9950000" y="540000"/>
            <a:ext cx="761000" cy="5508000"/>
          </a:xfrm>
          <a:prstGeom prst="rect">
            <a:avLst/>
          </a:prstGeom>
          <a:solidFill>
            <a:srgbClr val="EAEAEA">
              <a:alpha val="50000"/>
            </a:srgbClr>
          </a:solidFill>
          <a:ln w="12700" cap="flat" cmpd="sng" algn="ctr">
            <a:solidFill>
              <a:schemeClr val="accent1"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GB" sz="2000" noProof="0" dirty="0"/>
          </a:p>
        </p:txBody>
      </p:sp>
      <p:sp>
        <p:nvSpPr>
          <p:cNvPr id="37" name="Rectangle 36" hidden="1">
            <a:extLst>
              <a:ext uri="{FF2B5EF4-FFF2-40B4-BE49-F238E27FC236}">
                <a16:creationId xmlns:a16="http://schemas.microsoft.com/office/drawing/2014/main" id="{8551C5F9-5795-44CA-A212-05C6ED297020}"/>
              </a:ext>
            </a:extLst>
          </p:cNvPr>
          <p:cNvSpPr/>
          <p:nvPr userDrawn="1">
            <p:custDataLst>
              <p:tags r:id="rId52"/>
            </p:custDataLst>
          </p:nvPr>
        </p:nvSpPr>
        <p:spPr>
          <a:xfrm>
            <a:off x="10711000" y="540000"/>
            <a:ext cx="180000" cy="5508000"/>
          </a:xfrm>
          <a:prstGeom prst="rect">
            <a:avLst/>
          </a:prstGeom>
          <a:solidFill>
            <a:srgbClr val="EAEAEA">
              <a:alpha val="50000"/>
            </a:srgbClr>
          </a:solidFill>
          <a:ln w="12700" cap="flat" cmpd="sng" algn="ctr">
            <a:solidFill>
              <a:schemeClr val="accent1"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GB" sz="2000" noProof="0" dirty="0"/>
          </a:p>
        </p:txBody>
      </p:sp>
      <p:sp>
        <p:nvSpPr>
          <p:cNvPr id="38" name="Rectangle 37" hidden="1">
            <a:extLst>
              <a:ext uri="{FF2B5EF4-FFF2-40B4-BE49-F238E27FC236}">
                <a16:creationId xmlns:a16="http://schemas.microsoft.com/office/drawing/2014/main" id="{9BA724BC-F1B2-426A-9B61-ACA60B3A108B}"/>
              </a:ext>
            </a:extLst>
          </p:cNvPr>
          <p:cNvSpPr/>
          <p:nvPr userDrawn="1">
            <p:custDataLst>
              <p:tags r:id="rId53"/>
            </p:custDataLst>
          </p:nvPr>
        </p:nvSpPr>
        <p:spPr>
          <a:xfrm>
            <a:off x="10891000" y="540000"/>
            <a:ext cx="761000" cy="5508000"/>
          </a:xfrm>
          <a:prstGeom prst="rect">
            <a:avLst/>
          </a:prstGeom>
          <a:solidFill>
            <a:srgbClr val="EAEAEA">
              <a:alpha val="50000"/>
            </a:srgbClr>
          </a:solidFill>
          <a:ln w="12700" cap="flat" cmpd="sng" algn="ctr">
            <a:solidFill>
              <a:schemeClr val="accent1"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GB" sz="2000" noProof="0" dirty="0"/>
          </a:p>
        </p:txBody>
      </p:sp>
      <p:grpSp>
        <p:nvGrpSpPr>
          <p:cNvPr id="40" name="Logo">
            <a:extLst>
              <a:ext uri="{FF2B5EF4-FFF2-40B4-BE49-F238E27FC236}">
                <a16:creationId xmlns:a16="http://schemas.microsoft.com/office/drawing/2014/main" id="{41159307-D2B4-4D3F-A332-4F79D6D74E94}"/>
              </a:ext>
            </a:extLst>
          </p:cNvPr>
          <p:cNvGrpSpPr/>
          <p:nvPr userDrawn="1"/>
        </p:nvGrpSpPr>
        <p:grpSpPr>
          <a:xfrm>
            <a:off x="10893210" y="6350918"/>
            <a:ext cx="755843" cy="322808"/>
            <a:chOff x="6380216" y="4059273"/>
            <a:chExt cx="2905863" cy="1241045"/>
          </a:xfrm>
        </p:grpSpPr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8D12840-1B77-4571-AEF6-084C7CA9B155}"/>
                </a:ext>
              </a:extLst>
            </p:cNvPr>
            <p:cNvSpPr/>
            <p:nvPr/>
          </p:nvSpPr>
          <p:spPr>
            <a:xfrm>
              <a:off x="6380216" y="4059273"/>
              <a:ext cx="2905863" cy="346936"/>
            </a:xfrm>
            <a:custGeom>
              <a:avLst/>
              <a:gdLst>
                <a:gd name="connsiteX0" fmla="*/ 0 w 2905863"/>
                <a:gd name="connsiteY0" fmla="*/ 0 h 346936"/>
                <a:gd name="connsiteX1" fmla="*/ 2905864 w 2905863"/>
                <a:gd name="connsiteY1" fmla="*/ 0 h 346936"/>
                <a:gd name="connsiteX2" fmla="*/ 2905864 w 2905863"/>
                <a:gd name="connsiteY2" fmla="*/ 346937 h 346936"/>
                <a:gd name="connsiteX3" fmla="*/ 0 w 2905863"/>
                <a:gd name="connsiteY3" fmla="*/ 346937 h 346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346936">
                  <a:moveTo>
                    <a:pt x="0" y="0"/>
                  </a:moveTo>
                  <a:lnTo>
                    <a:pt x="2905864" y="0"/>
                  </a:lnTo>
                  <a:lnTo>
                    <a:pt x="2905864" y="346937"/>
                  </a:lnTo>
                  <a:lnTo>
                    <a:pt x="0" y="346937"/>
                  </a:lnTo>
                  <a:close/>
                </a:path>
              </a:pathLst>
            </a:custGeom>
            <a:solidFill>
              <a:srgbClr val="99D9F0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A2A81581-576B-48A7-8DE8-ED168555C1E3}"/>
                </a:ext>
              </a:extLst>
            </p:cNvPr>
            <p:cNvSpPr/>
            <p:nvPr/>
          </p:nvSpPr>
          <p:spPr>
            <a:xfrm>
              <a:off x="6380216" y="4521775"/>
              <a:ext cx="2905863" cy="57854"/>
            </a:xfrm>
            <a:custGeom>
              <a:avLst/>
              <a:gdLst>
                <a:gd name="connsiteX0" fmla="*/ 0 w 2905863"/>
                <a:gd name="connsiteY0" fmla="*/ 0 h 57854"/>
                <a:gd name="connsiteX1" fmla="*/ 2905864 w 2905863"/>
                <a:gd name="connsiteY1" fmla="*/ 0 h 57854"/>
                <a:gd name="connsiteX2" fmla="*/ 2905864 w 2905863"/>
                <a:gd name="connsiteY2" fmla="*/ 57854 h 57854"/>
                <a:gd name="connsiteX3" fmla="*/ 0 w 2905863"/>
                <a:gd name="connsiteY3" fmla="*/ 57854 h 57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57854">
                  <a:moveTo>
                    <a:pt x="0" y="0"/>
                  </a:moveTo>
                  <a:lnTo>
                    <a:pt x="2905864" y="0"/>
                  </a:lnTo>
                  <a:lnTo>
                    <a:pt x="2905864" y="57854"/>
                  </a:lnTo>
                  <a:lnTo>
                    <a:pt x="0" y="57854"/>
                  </a:lnTo>
                  <a:close/>
                </a:path>
              </a:pathLst>
            </a:custGeom>
            <a:solidFill>
              <a:srgbClr val="3F9C35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AC230431-2867-4E73-880C-8C7079DEE770}"/>
                </a:ext>
              </a:extLst>
            </p:cNvPr>
            <p:cNvSpPr/>
            <p:nvPr/>
          </p:nvSpPr>
          <p:spPr>
            <a:xfrm>
              <a:off x="6380216" y="4637294"/>
              <a:ext cx="2905863" cy="115566"/>
            </a:xfrm>
            <a:custGeom>
              <a:avLst/>
              <a:gdLst>
                <a:gd name="connsiteX0" fmla="*/ 0 w 2905863"/>
                <a:gd name="connsiteY0" fmla="*/ 0 h 115566"/>
                <a:gd name="connsiteX1" fmla="*/ 2905864 w 2905863"/>
                <a:gd name="connsiteY1" fmla="*/ 0 h 115566"/>
                <a:gd name="connsiteX2" fmla="*/ 2905864 w 2905863"/>
                <a:gd name="connsiteY2" fmla="*/ 115566 h 115566"/>
                <a:gd name="connsiteX3" fmla="*/ 0 w 2905863"/>
                <a:gd name="connsiteY3" fmla="*/ 115566 h 115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5863" h="115566">
                  <a:moveTo>
                    <a:pt x="0" y="0"/>
                  </a:moveTo>
                  <a:lnTo>
                    <a:pt x="2905864" y="0"/>
                  </a:lnTo>
                  <a:lnTo>
                    <a:pt x="2905864" y="115566"/>
                  </a:lnTo>
                  <a:lnTo>
                    <a:pt x="0" y="115566"/>
                  </a:lnTo>
                  <a:close/>
                </a:path>
              </a:pathLst>
            </a:custGeom>
            <a:solidFill>
              <a:srgbClr val="003591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4953E370-A14B-4752-8604-69F1D46FD559}"/>
                </a:ext>
              </a:extLst>
            </p:cNvPr>
            <p:cNvSpPr/>
            <p:nvPr/>
          </p:nvSpPr>
          <p:spPr>
            <a:xfrm>
              <a:off x="7833598" y="4927183"/>
              <a:ext cx="392545" cy="373134"/>
            </a:xfrm>
            <a:custGeom>
              <a:avLst/>
              <a:gdLst>
                <a:gd name="connsiteX0" fmla="*/ 303984 w 392545"/>
                <a:gd name="connsiteY0" fmla="*/ 19174 h 373134"/>
                <a:gd name="connsiteX1" fmla="*/ 201992 w 392545"/>
                <a:gd name="connsiteY1" fmla="*/ 0 h 373134"/>
                <a:gd name="connsiteX2" fmla="*/ 62173 w 392545"/>
                <a:gd name="connsiteY2" fmla="*/ 0 h 373134"/>
                <a:gd name="connsiteX3" fmla="*/ 27859 w 392545"/>
                <a:gd name="connsiteY3" fmla="*/ 0 h 373134"/>
                <a:gd name="connsiteX4" fmla="*/ 0 w 392545"/>
                <a:gd name="connsiteY4" fmla="*/ 0 h 373134"/>
                <a:gd name="connsiteX5" fmla="*/ 0 w 392545"/>
                <a:gd name="connsiteY5" fmla="*/ 373135 h 373134"/>
                <a:gd name="connsiteX6" fmla="*/ 27859 w 392545"/>
                <a:gd name="connsiteY6" fmla="*/ 373135 h 373134"/>
                <a:gd name="connsiteX7" fmla="*/ 62173 w 392545"/>
                <a:gd name="connsiteY7" fmla="*/ 373135 h 373134"/>
                <a:gd name="connsiteX8" fmla="*/ 201992 w 392545"/>
                <a:gd name="connsiteY8" fmla="*/ 373135 h 373134"/>
                <a:gd name="connsiteX9" fmla="*/ 303984 w 392545"/>
                <a:gd name="connsiteY9" fmla="*/ 353961 h 373134"/>
                <a:gd name="connsiteX10" fmla="*/ 369670 w 392545"/>
                <a:gd name="connsiteY10" fmla="*/ 296249 h 373134"/>
                <a:gd name="connsiteX11" fmla="*/ 392546 w 392545"/>
                <a:gd name="connsiteY11" fmla="*/ 199477 h 373134"/>
                <a:gd name="connsiteX12" fmla="*/ 392546 w 392545"/>
                <a:gd name="connsiteY12" fmla="*/ 173611 h 373134"/>
                <a:gd name="connsiteX13" fmla="*/ 369670 w 392545"/>
                <a:gd name="connsiteY13" fmla="*/ 76839 h 373134"/>
                <a:gd name="connsiteX14" fmla="*/ 303984 w 392545"/>
                <a:gd name="connsiteY14" fmla="*/ 19174 h 373134"/>
                <a:gd name="connsiteX15" fmla="*/ 331369 w 392545"/>
                <a:gd name="connsiteY15" fmla="*/ 197531 h 373134"/>
                <a:gd name="connsiteX16" fmla="*/ 299048 w 392545"/>
                <a:gd name="connsiteY16" fmla="*/ 287563 h 373134"/>
                <a:gd name="connsiteX17" fmla="*/ 202514 w 392545"/>
                <a:gd name="connsiteY17" fmla="*/ 316894 h 373134"/>
                <a:gd name="connsiteX18" fmla="*/ 62221 w 392545"/>
                <a:gd name="connsiteY18" fmla="*/ 316894 h 373134"/>
                <a:gd name="connsiteX19" fmla="*/ 62221 w 392545"/>
                <a:gd name="connsiteY19" fmla="*/ 56193 h 373134"/>
                <a:gd name="connsiteX20" fmla="*/ 202514 w 392545"/>
                <a:gd name="connsiteY20" fmla="*/ 56193 h 373134"/>
                <a:gd name="connsiteX21" fmla="*/ 299048 w 392545"/>
                <a:gd name="connsiteY21" fmla="*/ 84812 h 373134"/>
                <a:gd name="connsiteX22" fmla="*/ 331369 w 392545"/>
                <a:gd name="connsiteY22" fmla="*/ 175604 h 373134"/>
                <a:gd name="connsiteX23" fmla="*/ 331369 w 392545"/>
                <a:gd name="connsiteY23" fmla="*/ 197531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92545" h="373134">
                  <a:moveTo>
                    <a:pt x="303984" y="19174"/>
                  </a:moveTo>
                  <a:cubicBezTo>
                    <a:pt x="275461" y="6407"/>
                    <a:pt x="241479" y="0"/>
                    <a:pt x="201992" y="0"/>
                  </a:cubicBezTo>
                  <a:lnTo>
                    <a:pt x="62173" y="0"/>
                  </a:lnTo>
                  <a:lnTo>
                    <a:pt x="27859" y="0"/>
                  </a:lnTo>
                  <a:lnTo>
                    <a:pt x="0" y="0"/>
                  </a:lnTo>
                  <a:lnTo>
                    <a:pt x="0" y="373135"/>
                  </a:lnTo>
                  <a:lnTo>
                    <a:pt x="27859" y="373135"/>
                  </a:lnTo>
                  <a:lnTo>
                    <a:pt x="62173" y="373135"/>
                  </a:lnTo>
                  <a:lnTo>
                    <a:pt x="201992" y="373135"/>
                  </a:lnTo>
                  <a:cubicBezTo>
                    <a:pt x="241479" y="373135"/>
                    <a:pt x="275461" y="366728"/>
                    <a:pt x="303984" y="353961"/>
                  </a:cubicBezTo>
                  <a:cubicBezTo>
                    <a:pt x="332508" y="341194"/>
                    <a:pt x="354387" y="321972"/>
                    <a:pt x="369670" y="296249"/>
                  </a:cubicBezTo>
                  <a:cubicBezTo>
                    <a:pt x="384904" y="270525"/>
                    <a:pt x="392546" y="238299"/>
                    <a:pt x="392546" y="199477"/>
                  </a:cubicBezTo>
                  <a:lnTo>
                    <a:pt x="392546" y="173611"/>
                  </a:lnTo>
                  <a:cubicBezTo>
                    <a:pt x="392546" y="134788"/>
                    <a:pt x="384904" y="102562"/>
                    <a:pt x="369670" y="76839"/>
                  </a:cubicBezTo>
                  <a:cubicBezTo>
                    <a:pt x="354387" y="51162"/>
                    <a:pt x="332508" y="31941"/>
                    <a:pt x="303984" y="19174"/>
                  </a:cubicBezTo>
                  <a:close/>
                  <a:moveTo>
                    <a:pt x="331369" y="197531"/>
                  </a:moveTo>
                  <a:cubicBezTo>
                    <a:pt x="331369" y="238015"/>
                    <a:pt x="320596" y="268010"/>
                    <a:pt x="299048" y="287563"/>
                  </a:cubicBezTo>
                  <a:cubicBezTo>
                    <a:pt x="277502" y="307117"/>
                    <a:pt x="245323" y="316894"/>
                    <a:pt x="202514" y="316894"/>
                  </a:cubicBezTo>
                  <a:lnTo>
                    <a:pt x="62221" y="316894"/>
                  </a:lnTo>
                  <a:lnTo>
                    <a:pt x="62221" y="56193"/>
                  </a:lnTo>
                  <a:lnTo>
                    <a:pt x="202514" y="56193"/>
                  </a:lnTo>
                  <a:cubicBezTo>
                    <a:pt x="245323" y="56193"/>
                    <a:pt x="277454" y="65733"/>
                    <a:pt x="299048" y="84812"/>
                  </a:cubicBezTo>
                  <a:cubicBezTo>
                    <a:pt x="320596" y="103891"/>
                    <a:pt x="331369" y="134171"/>
                    <a:pt x="331369" y="175604"/>
                  </a:cubicBezTo>
                  <a:lnTo>
                    <a:pt x="331369" y="197531"/>
                  </a:lnTo>
                  <a:close/>
                </a:path>
              </a:pathLst>
            </a:custGeom>
            <a:solidFill>
              <a:srgbClr val="0F214A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E6EAE3BE-38C7-419F-AAB5-25C869D36117}"/>
                </a:ext>
              </a:extLst>
            </p:cNvPr>
            <p:cNvSpPr/>
            <p:nvPr/>
          </p:nvSpPr>
          <p:spPr>
            <a:xfrm>
              <a:off x="8344036" y="4927183"/>
              <a:ext cx="410485" cy="373134"/>
            </a:xfrm>
            <a:custGeom>
              <a:avLst/>
              <a:gdLst>
                <a:gd name="connsiteX0" fmla="*/ 349262 w 410485"/>
                <a:gd name="connsiteY0" fmla="*/ 291598 h 373134"/>
                <a:gd name="connsiteX1" fmla="*/ 60702 w 410485"/>
                <a:gd name="connsiteY1" fmla="*/ 0 h 373134"/>
                <a:gd name="connsiteX2" fmla="*/ 26388 w 410485"/>
                <a:gd name="connsiteY2" fmla="*/ 0 h 373134"/>
                <a:gd name="connsiteX3" fmla="*/ 0 w 410485"/>
                <a:gd name="connsiteY3" fmla="*/ 0 h 373134"/>
                <a:gd name="connsiteX4" fmla="*/ 0 w 410485"/>
                <a:gd name="connsiteY4" fmla="*/ 373135 h 373134"/>
                <a:gd name="connsiteX5" fmla="*/ 60702 w 410485"/>
                <a:gd name="connsiteY5" fmla="*/ 373135 h 373134"/>
                <a:gd name="connsiteX6" fmla="*/ 60702 w 410485"/>
                <a:gd name="connsiteY6" fmla="*/ 81917 h 373134"/>
                <a:gd name="connsiteX7" fmla="*/ 349262 w 410485"/>
                <a:gd name="connsiteY7" fmla="*/ 373135 h 373134"/>
                <a:gd name="connsiteX8" fmla="*/ 410486 w 410485"/>
                <a:gd name="connsiteY8" fmla="*/ 373135 h 373134"/>
                <a:gd name="connsiteX9" fmla="*/ 410486 w 410485"/>
                <a:gd name="connsiteY9" fmla="*/ 0 h 373134"/>
                <a:gd name="connsiteX10" fmla="*/ 349262 w 410485"/>
                <a:gd name="connsiteY10" fmla="*/ 0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0485" h="373134">
                  <a:moveTo>
                    <a:pt x="349262" y="291598"/>
                  </a:moveTo>
                  <a:lnTo>
                    <a:pt x="60702" y="0"/>
                  </a:lnTo>
                  <a:lnTo>
                    <a:pt x="26388" y="0"/>
                  </a:lnTo>
                  <a:lnTo>
                    <a:pt x="0" y="0"/>
                  </a:lnTo>
                  <a:lnTo>
                    <a:pt x="0" y="373135"/>
                  </a:lnTo>
                  <a:lnTo>
                    <a:pt x="60702" y="373135"/>
                  </a:lnTo>
                  <a:lnTo>
                    <a:pt x="60702" y="81917"/>
                  </a:lnTo>
                  <a:lnTo>
                    <a:pt x="349262" y="373135"/>
                  </a:lnTo>
                  <a:lnTo>
                    <a:pt x="410486" y="373135"/>
                  </a:lnTo>
                  <a:lnTo>
                    <a:pt x="410486" y="0"/>
                  </a:lnTo>
                  <a:lnTo>
                    <a:pt x="349262" y="0"/>
                  </a:lnTo>
                  <a:close/>
                </a:path>
              </a:pathLst>
            </a:custGeom>
            <a:solidFill>
              <a:srgbClr val="0F214A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34311A0A-BE4B-477F-A258-403879A87BF4}"/>
                </a:ext>
              </a:extLst>
            </p:cNvPr>
            <p:cNvSpPr/>
            <p:nvPr/>
          </p:nvSpPr>
          <p:spPr>
            <a:xfrm>
              <a:off x="8863965" y="4927183"/>
              <a:ext cx="421876" cy="373134"/>
            </a:xfrm>
            <a:custGeom>
              <a:avLst/>
              <a:gdLst>
                <a:gd name="connsiteX0" fmla="*/ 355716 w 421876"/>
                <a:gd name="connsiteY0" fmla="*/ 0 h 373134"/>
                <a:gd name="connsiteX1" fmla="*/ 212955 w 421876"/>
                <a:gd name="connsiteY1" fmla="*/ 291598 h 373134"/>
                <a:gd name="connsiteX2" fmla="*/ 70146 w 421876"/>
                <a:gd name="connsiteY2" fmla="*/ 0 h 373134"/>
                <a:gd name="connsiteX3" fmla="*/ 0 w 421876"/>
                <a:gd name="connsiteY3" fmla="*/ 0 h 373134"/>
                <a:gd name="connsiteX4" fmla="*/ 187042 w 421876"/>
                <a:gd name="connsiteY4" fmla="*/ 373135 h 373134"/>
                <a:gd name="connsiteX5" fmla="*/ 235309 w 421876"/>
                <a:gd name="connsiteY5" fmla="*/ 373135 h 373134"/>
                <a:gd name="connsiteX6" fmla="*/ 421876 w 421876"/>
                <a:gd name="connsiteY6" fmla="*/ 0 h 37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21876" h="373134">
                  <a:moveTo>
                    <a:pt x="355716" y="0"/>
                  </a:moveTo>
                  <a:lnTo>
                    <a:pt x="212955" y="291598"/>
                  </a:lnTo>
                  <a:lnTo>
                    <a:pt x="70146" y="0"/>
                  </a:lnTo>
                  <a:lnTo>
                    <a:pt x="0" y="0"/>
                  </a:lnTo>
                  <a:lnTo>
                    <a:pt x="187042" y="373135"/>
                  </a:lnTo>
                  <a:lnTo>
                    <a:pt x="235309" y="373135"/>
                  </a:lnTo>
                  <a:lnTo>
                    <a:pt x="421876" y="0"/>
                  </a:lnTo>
                  <a:close/>
                </a:path>
              </a:pathLst>
            </a:custGeom>
            <a:solidFill>
              <a:srgbClr val="0F214A"/>
            </a:solidFill>
            <a:ln w="4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0" y="6858000"/>
            <a:ext cx="0" cy="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noFill/>
              </a:defRPr>
            </a:lvl1pPr>
          </a:lstStyle>
          <a:p>
            <a:endParaRPr lang="en-GB" sz="70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422800" y="6440400"/>
            <a:ext cx="2638800" cy="1512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700" b="0" cap="all" baseline="0">
                <a:solidFill>
                  <a:schemeClr val="accent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0000" y="6440400"/>
            <a:ext cx="266400" cy="1512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700">
                <a:solidFill>
                  <a:schemeClr val="accent1"/>
                </a:solidFill>
              </a:defRPr>
            </a:lvl1pPr>
          </a:lstStyle>
          <a:p>
            <a:fld id="{5BA07366-CB75-4AA8-9E5B-928B849F427C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" name="_SD_FLD_Copyright"/>
          <p:cNvSpPr txBox="1"/>
          <p:nvPr userDrawn="1"/>
        </p:nvSpPr>
        <p:spPr>
          <a:xfrm>
            <a:off x="853200" y="6440400"/>
            <a:ext cx="278923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sz="700" noProof="0">
                <a:solidFill>
                  <a:schemeClr val="accent1"/>
                </a:solidFill>
              </a:rPr>
              <a:t>DNV ©</a:t>
            </a:r>
            <a:endParaRPr lang="en-GB" sz="700" noProof="0" dirty="0">
              <a:solidFill>
                <a:schemeClr val="accent1"/>
              </a:solidFill>
            </a:endParaRPr>
          </a:p>
        </p:txBody>
      </p:sp>
      <p:sp>
        <p:nvSpPr>
          <p:cNvPr id="16" name="SD_FLD_DocumentDate"/>
          <p:cNvSpPr txBox="1">
            <a:spLocks noChangeArrowheads="1"/>
          </p:cNvSpPr>
          <p:nvPr userDrawn="1"/>
        </p:nvSpPr>
        <p:spPr bwMode="auto">
          <a:xfrm>
            <a:off x="1166400" y="6440400"/>
            <a:ext cx="1198800" cy="15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t" anchorCtr="0"/>
          <a:lstStyle/>
          <a:p>
            <a:pPr algn="ctr">
              <a:spcBef>
                <a:spcPts val="0"/>
              </a:spcBef>
            </a:pPr>
            <a:r>
              <a:rPr lang="en-GB" altLang="ja-JP" sz="700" cap="all" baseline="0">
                <a:solidFill>
                  <a:schemeClr val="accent1"/>
                </a:solidFill>
                <a:ea typeface="ＭＳ Ｐゴシック" charset="-128"/>
                <a:cs typeface="Arial" charset="0"/>
              </a:rPr>
              <a:t>24 April 2024</a:t>
            </a:r>
            <a:endParaRPr lang="en-GB" altLang="ja-JP" sz="700" cap="all" baseline="0" dirty="0">
              <a:solidFill>
                <a:schemeClr val="accent1"/>
              </a:solidFill>
              <a:ea typeface="ＭＳ Ｐゴシック" charset="-128"/>
              <a:cs typeface="Arial" charset="0"/>
            </a:endParaRPr>
          </a:p>
        </p:txBody>
      </p:sp>
      <p:sp>
        <p:nvSpPr>
          <p:cNvPr id="39" name="SD_FLD_Confidentiality">
            <a:extLst>
              <a:ext uri="{FF2B5EF4-FFF2-40B4-BE49-F238E27FC236}">
                <a16:creationId xmlns:a16="http://schemas.microsoft.com/office/drawing/2014/main" id="{93DBE27C-CF05-4B0E-B0C5-CDDB19365D12}"/>
              </a:ext>
            </a:extLst>
          </p:cNvPr>
          <p:cNvSpPr/>
          <p:nvPr userDrawn="1"/>
        </p:nvSpPr>
        <p:spPr>
          <a:xfrm>
            <a:off x="7131600" y="6440400"/>
            <a:ext cx="2440800" cy="151200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0" algn="ctr" defTabSz="914400" rtl="0" eaLnBrk="1" latinLnBrk="0" hangingPunct="1">
              <a:lnSpc>
                <a:spcPct val="100000"/>
              </a:lnSpc>
              <a:spcBef>
                <a:spcPts val="0"/>
              </a:spcBef>
            </a:pPr>
            <a:endParaRPr lang="en-GB" sz="700" b="0" kern="1200" cap="all" baseline="0" dirty="0">
              <a:solidFill>
                <a:schemeClr val="accen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9" name="SD_FLD_Draft" hidden="1">
            <a:extLst>
              <a:ext uri="{FF2B5EF4-FFF2-40B4-BE49-F238E27FC236}">
                <a16:creationId xmlns:a16="http://schemas.microsoft.com/office/drawing/2014/main" id="{EBD04EA3-2614-447C-8C02-69A389AD5F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243513" y="6232324"/>
            <a:ext cx="1700337" cy="208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14400" rIns="0" bIns="0" anchor="t" anchorCtr="0"/>
          <a:lstStyle/>
          <a:p>
            <a:pPr algn="ctr">
              <a:lnSpc>
                <a:spcPct val="83000"/>
              </a:lnSpc>
              <a:spcBef>
                <a:spcPts val="0"/>
              </a:spcBef>
            </a:pPr>
            <a:r>
              <a:rPr lang="en-GB" altLang="ja-JP" sz="1600" b="0" cap="all" baseline="0" dirty="0">
                <a:solidFill>
                  <a:srgbClr val="C4262E"/>
                </a:solidFill>
                <a:ea typeface="ＭＳ Ｐゴシック" charset="-128"/>
                <a:cs typeface="Arial" charset="0"/>
              </a:rPr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4382260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8" r:id="rId2"/>
    <p:sldLayoutId id="2147483679" r:id="rId3"/>
    <p:sldLayoutId id="2147483680" r:id="rId4"/>
    <p:sldLayoutId id="2147483661" r:id="rId5"/>
    <p:sldLayoutId id="2147483702" r:id="rId6"/>
    <p:sldLayoutId id="2147483682" r:id="rId7"/>
    <p:sldLayoutId id="2147483674" r:id="rId8"/>
    <p:sldLayoutId id="2147483651" r:id="rId9"/>
    <p:sldLayoutId id="2147483650" r:id="rId10"/>
    <p:sldLayoutId id="2147483683" r:id="rId11"/>
    <p:sldLayoutId id="2147483698" r:id="rId12"/>
    <p:sldLayoutId id="2147483699" r:id="rId13"/>
    <p:sldLayoutId id="2147483652" r:id="rId14"/>
    <p:sldLayoutId id="2147483684" r:id="rId15"/>
    <p:sldLayoutId id="2147483685" r:id="rId16"/>
    <p:sldLayoutId id="2147483686" r:id="rId17"/>
    <p:sldLayoutId id="2147483664" r:id="rId18"/>
    <p:sldLayoutId id="2147483701" r:id="rId19"/>
    <p:sldLayoutId id="2147483695" r:id="rId20"/>
    <p:sldLayoutId id="2147483696" r:id="rId21"/>
    <p:sldLayoutId id="2147483690" r:id="rId22"/>
    <p:sldLayoutId id="2147483691" r:id="rId23"/>
    <p:sldLayoutId id="2147483697" r:id="rId24"/>
    <p:sldLayoutId id="2147483694" r:id="rId25"/>
    <p:sldLayoutId id="2147483655" r:id="rId26"/>
    <p:sldLayoutId id="2147483667" r:id="rId27"/>
    <p:sldLayoutId id="2147483692" r:id="rId28"/>
    <p:sldLayoutId id="2147483693" r:id="rId29"/>
  </p:sldLayoutIdLst>
  <p:hf hdr="0" ftr="0" dt="0"/>
  <p:txStyles>
    <p:titleStyle>
      <a:lvl1pPr algn="l" defTabSz="914400" rtl="0" eaLnBrk="1" latinLnBrk="0" hangingPunct="1">
        <a:lnSpc>
          <a:spcPct val="83000"/>
        </a:lnSpc>
        <a:spcBef>
          <a:spcPct val="0"/>
        </a:spcBef>
        <a:buNone/>
        <a:defRPr sz="3600" b="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180000" indent="-180000" algn="l" defTabSz="914400" rtl="0" eaLnBrk="1" latinLnBrk="0" hangingPunct="1">
        <a:lnSpc>
          <a:spcPct val="100000"/>
        </a:lnSpc>
        <a:spcBef>
          <a:spcPts val="1200"/>
        </a:spcBef>
        <a:buClrTx/>
        <a:buFont typeface="Arial" panose="020B0604020202020204" pitchFamily="34" charset="0"/>
        <a:buChar char="•"/>
        <a:defRPr sz="2000" b="0" kern="1200">
          <a:solidFill>
            <a:schemeClr val="accent1"/>
          </a:solidFill>
          <a:latin typeface="+mn-lt"/>
          <a:ea typeface="+mn-ea"/>
          <a:cs typeface="+mn-cs"/>
        </a:defRPr>
      </a:lvl1pPr>
      <a:lvl2pPr marL="360000" indent="-180000" algn="l" defTabSz="914400" rtl="0" eaLnBrk="1" latinLnBrk="0" hangingPunct="1">
        <a:lnSpc>
          <a:spcPct val="100000"/>
        </a:lnSpc>
        <a:spcBef>
          <a:spcPts val="600"/>
        </a:spcBef>
        <a:buClrTx/>
        <a:buFont typeface="Arial" panose="020B0604020202020204" pitchFamily="34" charset="0"/>
        <a:buChar char="•"/>
        <a:defRPr sz="18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540000" indent="-180000" algn="l" defTabSz="914400" rtl="0" eaLnBrk="1" latinLnBrk="0" hangingPunct="1">
        <a:lnSpc>
          <a:spcPct val="100000"/>
        </a:lnSpc>
        <a:spcBef>
          <a:spcPts val="600"/>
        </a:spcBef>
        <a:buClrTx/>
        <a:buFont typeface="Arial" panose="020B0604020202020204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90000"/>
        </a:lnSpc>
        <a:spcBef>
          <a:spcPts val="600"/>
        </a:spcBef>
        <a:buClrTx/>
        <a:buFont typeface="Arial" panose="020B0604020202020204" pitchFamily="34" charset="0"/>
        <a:buChar char="​"/>
        <a:defRPr sz="2000" b="1" kern="1200">
          <a:solidFill>
            <a:schemeClr val="accent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00000"/>
        </a:lnSpc>
        <a:spcBef>
          <a:spcPts val="1200"/>
        </a:spcBef>
        <a:buClrTx/>
        <a:buFont typeface="Arial" panose="020B0604020202020204" pitchFamily="34" charset="0"/>
        <a:buChar char="​"/>
        <a:defRPr sz="20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spcBef>
          <a:spcPts val="600"/>
        </a:spcBef>
        <a:buFont typeface="Arial" panose="020B0604020202020204" pitchFamily="34" charset="0"/>
        <a:buChar char="​"/>
        <a:defRPr sz="1000" b="1" kern="1200">
          <a:solidFill>
            <a:schemeClr val="accent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spcBef>
          <a:spcPts val="600"/>
        </a:spcBef>
        <a:buFont typeface="Arial" panose="020B0604020202020204" pitchFamily="34" charset="0"/>
        <a:buChar char="​"/>
        <a:defRPr sz="10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180000" indent="-180000" algn="l" defTabSz="914400" rtl="0" eaLnBrk="1" latinLnBrk="0" hangingPunct="1">
        <a:spcBef>
          <a:spcPts val="600"/>
        </a:spcBef>
        <a:buFont typeface="Arial" pitchFamily="34" charset="0"/>
        <a:buChar char="•"/>
        <a:defRPr sz="10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83000"/>
        </a:lnSpc>
        <a:spcBef>
          <a:spcPts val="0"/>
        </a:spcBef>
        <a:buFont typeface="Arial" panose="020B0604020202020204" pitchFamily="34" charset="0"/>
        <a:buChar char="​"/>
        <a:defRPr sz="6000" b="1" kern="1200" spc="-300" baseline="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0" userDrawn="1">
          <p15:clr>
            <a:srgbClr val="F26B43"/>
          </p15:clr>
        </p15:guide>
        <p15:guide id="2" pos="819" userDrawn="1">
          <p15:clr>
            <a:srgbClr val="F26B43"/>
          </p15:clr>
        </p15:guide>
        <p15:guide id="3" orient="horz" pos="340" userDrawn="1">
          <p15:clr>
            <a:srgbClr val="F26B43"/>
          </p15:clr>
        </p15:guide>
        <p15:guide id="4" orient="horz" pos="3809" userDrawn="1">
          <p15:clr>
            <a:srgbClr val="F26B43"/>
          </p15:clr>
        </p15:guide>
        <p15:guide id="5" pos="932" userDrawn="1">
          <p15:clr>
            <a:srgbClr val="F26B43"/>
          </p15:clr>
        </p15:guide>
        <p15:guide id="6" pos="1412" userDrawn="1">
          <p15:clr>
            <a:srgbClr val="F26B43"/>
          </p15:clr>
        </p15:guide>
        <p15:guide id="7" pos="1525" userDrawn="1">
          <p15:clr>
            <a:srgbClr val="F26B43"/>
          </p15:clr>
        </p15:guide>
        <p15:guide id="8" pos="2005" userDrawn="1">
          <p15:clr>
            <a:srgbClr val="F26B43"/>
          </p15:clr>
        </p15:guide>
        <p15:guide id="9" pos="2118" userDrawn="1">
          <p15:clr>
            <a:srgbClr val="F26B43"/>
          </p15:clr>
        </p15:guide>
        <p15:guide id="10" pos="2597" userDrawn="1">
          <p15:clr>
            <a:srgbClr val="F26B43"/>
          </p15:clr>
        </p15:guide>
        <p15:guide id="11" pos="2711" userDrawn="1">
          <p15:clr>
            <a:srgbClr val="F26B43"/>
          </p15:clr>
        </p15:guide>
        <p15:guide id="12" pos="3190" userDrawn="1">
          <p15:clr>
            <a:srgbClr val="F26B43"/>
          </p15:clr>
        </p15:guide>
        <p15:guide id="13" pos="3303" userDrawn="1">
          <p15:clr>
            <a:srgbClr val="F26B43"/>
          </p15:clr>
        </p15:guide>
        <p15:guide id="14" pos="3783" userDrawn="1">
          <p15:clr>
            <a:srgbClr val="F26B43"/>
          </p15:clr>
        </p15:guide>
        <p15:guide id="15" pos="3896" userDrawn="1">
          <p15:clr>
            <a:srgbClr val="F26B43"/>
          </p15:clr>
        </p15:guide>
        <p15:guide id="16" pos="4376" userDrawn="1">
          <p15:clr>
            <a:srgbClr val="F26B43"/>
          </p15:clr>
        </p15:guide>
        <p15:guide id="17" pos="4489" userDrawn="1">
          <p15:clr>
            <a:srgbClr val="F26B43"/>
          </p15:clr>
        </p15:guide>
        <p15:guide id="18" pos="4968" userDrawn="1">
          <p15:clr>
            <a:srgbClr val="F26B43"/>
          </p15:clr>
        </p15:guide>
        <p15:guide id="19" pos="5082" userDrawn="1">
          <p15:clr>
            <a:srgbClr val="F26B43"/>
          </p15:clr>
        </p15:guide>
        <p15:guide id="20" pos="5561" userDrawn="1">
          <p15:clr>
            <a:srgbClr val="F26B43"/>
          </p15:clr>
        </p15:guide>
        <p15:guide id="21" pos="5674" userDrawn="1">
          <p15:clr>
            <a:srgbClr val="F26B43"/>
          </p15:clr>
        </p15:guide>
        <p15:guide id="22" pos="6154" userDrawn="1">
          <p15:clr>
            <a:srgbClr val="F26B43"/>
          </p15:clr>
        </p15:guide>
        <p15:guide id="23" pos="6267" userDrawn="1">
          <p15:clr>
            <a:srgbClr val="F26B43"/>
          </p15:clr>
        </p15:guide>
        <p15:guide id="24" pos="6747" userDrawn="1">
          <p15:clr>
            <a:srgbClr val="F26B43"/>
          </p15:clr>
        </p15:guide>
        <p15:guide id="25" pos="6860" userDrawn="1">
          <p15:clr>
            <a:srgbClr val="F26B43"/>
          </p15:clr>
        </p15:guide>
        <p15:guide id="26" pos="7339" userDrawn="1">
          <p15:clr>
            <a:srgbClr val="F26B43"/>
          </p15:clr>
        </p15:guide>
        <p15:guide id="27" orient="horz" pos="109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Siegfried.Eisinger@DNV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hyperlink" Target="mailto:Claas.Rostock@DNV.com" TargetMode="External"/><Relationship Id="rId4" Type="http://schemas.openxmlformats.org/officeDocument/2006/relationships/hyperlink" Target="mailto:Jorge.Luis.Mendez@dnv.com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mailto:Siegfried.Eisinger@DNV.com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7.xml"/><Relationship Id="rId5" Type="http://schemas.openxmlformats.org/officeDocument/2006/relationships/hyperlink" Target="mailto:Claas.Rostock@DNV.com" TargetMode="External"/><Relationship Id="rId4" Type="http://schemas.openxmlformats.org/officeDocument/2006/relationships/hyperlink" Target="mailto:Jorge.Luis.Mendez@DNV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78F47-A382-4A48-9F1B-1E46B4B636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component-model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1DA0DD25-260E-469A-9E65-62422B5454C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A python package on top of </a:t>
            </a:r>
            <a:r>
              <a:rPr lang="en-GB" dirty="0" err="1"/>
              <a:t>PythonFMU</a:t>
            </a:r>
            <a:r>
              <a:rPr lang="en-GB" dirty="0"/>
              <a:t> for easy construction of FMUs based on python models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15B879D-A4F5-4E37-916F-6EDD551AEB0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GB" dirty="0">
                <a:hlinkClick r:id="rId3"/>
              </a:rPr>
              <a:t>Siegfried.Eisinger@DNV.com</a:t>
            </a:r>
            <a:r>
              <a:rPr lang="en-GB" dirty="0"/>
              <a:t>, </a:t>
            </a:r>
            <a:r>
              <a:rPr lang="pt-BR" dirty="0">
                <a:hlinkClick r:id="rId4"/>
              </a:rPr>
              <a:t>Jorge.Luis.Mendez@dnv.com</a:t>
            </a:r>
            <a:r>
              <a:rPr lang="pt-BR" dirty="0"/>
              <a:t> and </a:t>
            </a:r>
            <a:r>
              <a:rPr lang="pt-BR" dirty="0">
                <a:hlinkClick r:id="rId5"/>
              </a:rPr>
              <a:t>Claas.Rostock@DNV.com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1BF1F7-7A1F-41AE-A1CD-33B2E83BFA9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5BA07366-CB75-4AA8-9E5B-928B849F427C}" type="slidenum">
              <a:rPr lang="en-GB" smtClean="0"/>
              <a:pPr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965009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1F4E783E-DD48-210E-C977-87B7FEC8F0C9}"/>
              </a:ext>
            </a:extLst>
          </p:cNvPr>
          <p:cNvSpPr/>
          <p:nvPr/>
        </p:nvSpPr>
        <p:spPr>
          <a:xfrm>
            <a:off x="5231597" y="3041744"/>
            <a:ext cx="3942911" cy="1122934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600"/>
              </a:spcBef>
            </a:pPr>
            <a:endParaRPr lang="en-GB" sz="2000" dirty="0" err="1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7273BFE-88C6-068E-1E6E-3B86D50FAE86}"/>
              </a:ext>
            </a:extLst>
          </p:cNvPr>
          <p:cNvSpPr/>
          <p:nvPr/>
        </p:nvSpPr>
        <p:spPr>
          <a:xfrm>
            <a:off x="5358084" y="4700092"/>
            <a:ext cx="3744416" cy="72008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600"/>
              </a:spcBef>
            </a:pPr>
            <a:endParaRPr lang="en-GB" sz="2000" dirty="0" err="1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F69C3C8-1EE3-4070-87EA-38845D6B8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PythonFMU</a:t>
            </a:r>
            <a:r>
              <a:rPr lang="en-GB" dirty="0"/>
              <a:t>++ </a:t>
            </a:r>
            <a:br>
              <a:rPr lang="en-GB" dirty="0"/>
            </a:br>
            <a:r>
              <a:rPr lang="en-GB" sz="2000" dirty="0"/>
              <a:t>a quick and nice way to construct FMUs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6EF7BC-0E6D-4690-B6A3-C0EE4F476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40000" y="6440400"/>
            <a:ext cx="266400" cy="151200"/>
          </a:xfrm>
        </p:spPr>
        <p:txBody>
          <a:bodyPr/>
          <a:lstStyle/>
          <a:p>
            <a:fld id="{5BA07366-CB75-4AA8-9E5B-928B849F427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DCFE391-BA96-6CA7-F86D-05A4110B867F}"/>
              </a:ext>
            </a:extLst>
          </p:cNvPr>
          <p:cNvSpPr txBox="1"/>
          <p:nvPr/>
        </p:nvSpPr>
        <p:spPr>
          <a:xfrm>
            <a:off x="5502100" y="4988124"/>
            <a:ext cx="1286177" cy="3804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36000" rIns="36000" bIns="36000" rtlCol="0">
            <a:spAutoFit/>
          </a:bodyPr>
          <a:lstStyle/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lang="en-GB" sz="2000" dirty="0">
                <a:solidFill>
                  <a:schemeClr val="accent1"/>
                </a:solidFill>
              </a:rPr>
              <a:t>Fmi2Slave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0256E3-D5AC-4E90-F928-499BF55CC747}"/>
              </a:ext>
            </a:extLst>
          </p:cNvPr>
          <p:cNvSpPr txBox="1"/>
          <p:nvPr/>
        </p:nvSpPr>
        <p:spPr>
          <a:xfrm>
            <a:off x="7230292" y="4988124"/>
            <a:ext cx="1723989" cy="3804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36000" rIns="36000" bIns="36000" rtlCol="0">
            <a:spAutoFit/>
          </a:bodyPr>
          <a:lstStyle/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lang="en-GB" sz="2000" dirty="0" err="1">
                <a:solidFill>
                  <a:schemeClr val="accent1"/>
                </a:solidFill>
              </a:rPr>
              <a:t>ScalarVariable</a:t>
            </a:r>
            <a:endParaRPr lang="en-GB" sz="2000" dirty="0">
              <a:solidFill>
                <a:schemeClr val="accent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ABF778-2F5D-1DA9-AF6D-56888665A39F}"/>
              </a:ext>
            </a:extLst>
          </p:cNvPr>
          <p:cNvSpPr txBox="1"/>
          <p:nvPr/>
        </p:nvSpPr>
        <p:spPr>
          <a:xfrm>
            <a:off x="5358084" y="4700092"/>
            <a:ext cx="811119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lang="en-GB" sz="1200" dirty="0" err="1">
                <a:solidFill>
                  <a:schemeClr val="accent1"/>
                </a:solidFill>
              </a:rPr>
              <a:t>PythonFMU</a:t>
            </a:r>
            <a:endParaRPr lang="en-GB" sz="1200" dirty="0">
              <a:solidFill>
                <a:schemeClr val="accent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0BC62B-A151-C99D-5B3E-9BAE8F98700C}"/>
              </a:ext>
            </a:extLst>
          </p:cNvPr>
          <p:cNvSpPr txBox="1"/>
          <p:nvPr/>
        </p:nvSpPr>
        <p:spPr>
          <a:xfrm>
            <a:off x="5502099" y="3691980"/>
            <a:ext cx="771612" cy="3804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lIns="36000" tIns="36000" rIns="36000" bIns="36000" rtlCol="0">
            <a:spAutoFit/>
          </a:bodyPr>
          <a:lstStyle/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lang="en-GB" sz="2000" dirty="0">
                <a:solidFill>
                  <a:schemeClr val="accent1"/>
                </a:solidFill>
              </a:rPr>
              <a:t>Model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4F6C2B-7465-D015-A96E-98E0CF7F1CE2}"/>
              </a:ext>
            </a:extLst>
          </p:cNvPr>
          <p:cNvSpPr txBox="1"/>
          <p:nvPr/>
        </p:nvSpPr>
        <p:spPr>
          <a:xfrm>
            <a:off x="7230291" y="3691980"/>
            <a:ext cx="996226" cy="3804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lIns="36000" tIns="36000" rIns="36000" bIns="36000" rtlCol="0">
            <a:spAutoFit/>
          </a:bodyPr>
          <a:lstStyle/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lang="en-GB" sz="2000" dirty="0">
                <a:solidFill>
                  <a:schemeClr val="accent1"/>
                </a:solidFill>
              </a:rPr>
              <a:t>Variable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DB17F9-EFCA-8FCD-0561-EB45FA5E8869}"/>
              </a:ext>
            </a:extLst>
          </p:cNvPr>
          <p:cNvSpPr txBox="1"/>
          <p:nvPr/>
        </p:nvSpPr>
        <p:spPr>
          <a:xfrm>
            <a:off x="5267045" y="3043908"/>
            <a:ext cx="1226298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lang="en-GB" sz="1200" dirty="0">
                <a:solidFill>
                  <a:schemeClr val="accent1"/>
                </a:solidFill>
              </a:rPr>
              <a:t>component-model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5DA7648-AE78-85BC-BF21-795FE5FAAC86}"/>
              </a:ext>
            </a:extLst>
          </p:cNvPr>
          <p:cNvSpPr txBox="1"/>
          <p:nvPr/>
        </p:nvSpPr>
        <p:spPr>
          <a:xfrm>
            <a:off x="10364948" y="1933724"/>
            <a:ext cx="1225263" cy="38048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 wrap="none" lIns="36000" tIns="36000" rIns="36000" bIns="36000" rtlCol="0">
            <a:spAutoFit/>
          </a:bodyPr>
          <a:lstStyle/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lang="en-GB" sz="2000" dirty="0">
                <a:solidFill>
                  <a:schemeClr val="accent1"/>
                </a:solidFill>
              </a:rPr>
              <a:t>crane-</a:t>
            </a:r>
            <a:r>
              <a:rPr lang="en-GB" sz="2000" dirty="0" err="1">
                <a:solidFill>
                  <a:schemeClr val="accent1"/>
                </a:solidFill>
              </a:rPr>
              <a:t>fmu</a:t>
            </a:r>
            <a:endParaRPr lang="en-GB" sz="2000" dirty="0">
              <a:solidFill>
                <a:schemeClr val="accent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5DC8F48-E166-CBD1-BD54-B0B51CF6C2D6}"/>
              </a:ext>
            </a:extLst>
          </p:cNvPr>
          <p:cNvSpPr txBox="1"/>
          <p:nvPr/>
        </p:nvSpPr>
        <p:spPr>
          <a:xfrm>
            <a:off x="7056554" y="1927391"/>
            <a:ext cx="1248281" cy="38048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 wrap="none" lIns="36000" tIns="36000" rIns="36000" bIns="36000" rtlCol="0">
            <a:spAutoFit/>
          </a:bodyPr>
          <a:lstStyle/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lang="en-GB" sz="2000" dirty="0" err="1">
                <a:solidFill>
                  <a:schemeClr val="accent1"/>
                </a:solidFill>
              </a:rPr>
              <a:t>TimeTable</a:t>
            </a:r>
            <a:endParaRPr lang="en-GB" sz="2000" dirty="0">
              <a:solidFill>
                <a:schemeClr val="accent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EC684D2-3C01-3B71-2842-9248C9370E7C}"/>
              </a:ext>
            </a:extLst>
          </p:cNvPr>
          <p:cNvSpPr txBox="1"/>
          <p:nvPr/>
        </p:nvSpPr>
        <p:spPr>
          <a:xfrm>
            <a:off x="5015880" y="1924506"/>
            <a:ext cx="1901730" cy="38048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 wrap="none" lIns="36000" tIns="36000" rIns="36000" bIns="36000" rtlCol="0">
            <a:spAutoFit/>
          </a:bodyPr>
          <a:lstStyle/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lang="en-GB" sz="2000" dirty="0">
                <a:solidFill>
                  <a:schemeClr val="accent1"/>
                </a:solidFill>
              </a:rPr>
              <a:t>BouncingBall3D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106116-294C-DCC5-4402-61D493367B2B}"/>
              </a:ext>
            </a:extLst>
          </p:cNvPr>
          <p:cNvSpPr txBox="1"/>
          <p:nvPr/>
        </p:nvSpPr>
        <p:spPr>
          <a:xfrm>
            <a:off x="9762951" y="3286083"/>
            <a:ext cx="1972015" cy="123110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180000" indent="-1800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chemeClr val="accent1"/>
                </a:solidFill>
              </a:rPr>
              <a:t>Units</a:t>
            </a:r>
          </a:p>
          <a:p>
            <a:pPr marL="180000" indent="-1800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chemeClr val="accent1"/>
                </a:solidFill>
              </a:rPr>
              <a:t>Range</a:t>
            </a:r>
          </a:p>
          <a:p>
            <a:pPr marL="180000" indent="-1800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chemeClr val="accent1"/>
                </a:solidFill>
              </a:rPr>
              <a:t>NP-arrays</a:t>
            </a:r>
          </a:p>
          <a:p>
            <a:pPr marL="180000" indent="-1800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chemeClr val="accent1"/>
                </a:solidFill>
              </a:rPr>
              <a:t>structured variables</a:t>
            </a:r>
          </a:p>
          <a:p>
            <a:pPr marL="180000" indent="-1800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chemeClr val="accent1"/>
                </a:solidFill>
              </a:rPr>
              <a:t>derivatives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F091178-F1ED-69B4-6423-903DE9315C35}"/>
              </a:ext>
            </a:extLst>
          </p:cNvPr>
          <p:cNvCxnSpPr>
            <a:cxnSpLocks/>
            <a:stCxn id="10" idx="3"/>
            <a:endCxn id="17" idx="1"/>
          </p:cNvCxnSpPr>
          <p:nvPr/>
        </p:nvCxnSpPr>
        <p:spPr>
          <a:xfrm>
            <a:off x="8226517" y="3882220"/>
            <a:ext cx="1536434" cy="19416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C12D772-B7B3-F59C-83F8-62D17661C6AC}"/>
              </a:ext>
            </a:extLst>
          </p:cNvPr>
          <p:cNvSpPr txBox="1"/>
          <p:nvPr/>
        </p:nvSpPr>
        <p:spPr>
          <a:xfrm>
            <a:off x="101250" y="3136241"/>
            <a:ext cx="5030544" cy="98488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180000" indent="-1800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chemeClr val="accent1"/>
                </a:solidFill>
              </a:rPr>
              <a:t>Variable management</a:t>
            </a:r>
          </a:p>
          <a:p>
            <a:pPr marL="180000" indent="-1800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chemeClr val="accent1"/>
                </a:solidFill>
              </a:rPr>
              <a:t>Derivatives</a:t>
            </a:r>
          </a:p>
          <a:p>
            <a:pPr marL="180000" indent="-1800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chemeClr val="accent1"/>
                </a:solidFill>
              </a:rPr>
              <a:t>FMU build process</a:t>
            </a:r>
          </a:p>
          <a:p>
            <a:pPr marL="180000" indent="-1800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chemeClr val="accent1"/>
                </a:solidFill>
              </a:rPr>
              <a:t>https://github.com/dnv-opensource/component-model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57E911A-EFEA-1043-3539-A4984FE6F808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6788277" y="5178364"/>
            <a:ext cx="442015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F39AF14-1EF1-CBF9-F68C-12AF864CC9E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6273711" y="3882220"/>
            <a:ext cx="956580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9A4C2F0-2ED0-869A-4BF0-5EB192F09C63}"/>
              </a:ext>
            </a:extLst>
          </p:cNvPr>
          <p:cNvCxnSpPr>
            <a:cxnSpLocks/>
            <a:stCxn id="2" idx="0"/>
            <a:endCxn id="9" idx="2"/>
          </p:cNvCxnSpPr>
          <p:nvPr/>
        </p:nvCxnSpPr>
        <p:spPr>
          <a:xfrm flipH="1" flipV="1">
            <a:off x="5887905" y="4072460"/>
            <a:ext cx="257284" cy="91566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018D53DD-611F-563C-9AE0-63F47307F918}"/>
              </a:ext>
            </a:extLst>
          </p:cNvPr>
          <p:cNvCxnSpPr>
            <a:cxnSpLocks/>
            <a:stCxn id="5" idx="0"/>
            <a:endCxn id="10" idx="2"/>
          </p:cNvCxnSpPr>
          <p:nvPr/>
        </p:nvCxnSpPr>
        <p:spPr>
          <a:xfrm flipH="1" flipV="1">
            <a:off x="7728404" y="4072460"/>
            <a:ext cx="363883" cy="91566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8F0682A-7422-9C74-A19F-9D3BD6934EB7}"/>
              </a:ext>
            </a:extLst>
          </p:cNvPr>
          <p:cNvCxnSpPr>
            <a:cxnSpLocks/>
            <a:stCxn id="14" idx="2"/>
            <a:endCxn id="12" idx="0"/>
          </p:cNvCxnSpPr>
          <p:nvPr/>
        </p:nvCxnSpPr>
        <p:spPr>
          <a:xfrm flipH="1">
            <a:off x="7203053" y="2314204"/>
            <a:ext cx="3774527" cy="72754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4F4DC331-2BED-7ABB-9BA6-CA8679C7A2EE}"/>
              </a:ext>
            </a:extLst>
          </p:cNvPr>
          <p:cNvCxnSpPr>
            <a:cxnSpLocks/>
            <a:stCxn id="15" idx="2"/>
            <a:endCxn id="12" idx="0"/>
          </p:cNvCxnSpPr>
          <p:nvPr/>
        </p:nvCxnSpPr>
        <p:spPr>
          <a:xfrm flipH="1">
            <a:off x="7203053" y="2307871"/>
            <a:ext cx="477642" cy="733873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D40178E-A698-F2D0-6FFC-E48520AD15D2}"/>
              </a:ext>
            </a:extLst>
          </p:cNvPr>
          <p:cNvCxnSpPr>
            <a:cxnSpLocks/>
            <a:stCxn id="16" idx="2"/>
            <a:endCxn id="12" idx="0"/>
          </p:cNvCxnSpPr>
          <p:nvPr/>
        </p:nvCxnSpPr>
        <p:spPr>
          <a:xfrm>
            <a:off x="5966745" y="2304986"/>
            <a:ext cx="1236308" cy="736758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5B7FB84B-4DC6-5BB7-578E-988AB8FFE679}"/>
              </a:ext>
            </a:extLst>
          </p:cNvPr>
          <p:cNvSpPr txBox="1"/>
          <p:nvPr/>
        </p:nvSpPr>
        <p:spPr>
          <a:xfrm>
            <a:off x="9758808" y="4954212"/>
            <a:ext cx="944489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180000" indent="-1800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chemeClr val="accent1"/>
                </a:solidFill>
              </a:rPr>
              <a:t>Updates</a:t>
            </a: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49C7CC1-747D-10F8-6267-45C36929D68D}"/>
              </a:ext>
            </a:extLst>
          </p:cNvPr>
          <p:cNvCxnSpPr>
            <a:cxnSpLocks/>
            <a:stCxn id="7" idx="3"/>
            <a:endCxn id="54" idx="1"/>
          </p:cNvCxnSpPr>
          <p:nvPr/>
        </p:nvCxnSpPr>
        <p:spPr>
          <a:xfrm>
            <a:off x="9102500" y="5060132"/>
            <a:ext cx="656308" cy="17191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A7438DB-AA96-4411-C8E7-0304D324729E}"/>
              </a:ext>
            </a:extLst>
          </p:cNvPr>
          <p:cNvSpPr txBox="1"/>
          <p:nvPr/>
        </p:nvSpPr>
        <p:spPr>
          <a:xfrm>
            <a:off x="8410477" y="1936515"/>
            <a:ext cx="1141907" cy="38048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 wrap="none" lIns="36000" tIns="36000" rIns="36000" bIns="36000" rtlCol="0">
            <a:spAutoFit/>
          </a:bodyPr>
          <a:lstStyle/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lang="en-GB" sz="2000" dirty="0">
                <a:solidFill>
                  <a:schemeClr val="accent1"/>
                </a:solidFill>
              </a:rPr>
              <a:t>Oscillator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59A3ADE-8125-C4E3-CD65-0AD4C008509D}"/>
              </a:ext>
            </a:extLst>
          </p:cNvPr>
          <p:cNvCxnSpPr>
            <a:cxnSpLocks/>
            <a:stCxn id="4" idx="2"/>
            <a:endCxn id="12" idx="0"/>
          </p:cNvCxnSpPr>
          <p:nvPr/>
        </p:nvCxnSpPr>
        <p:spPr>
          <a:xfrm flipH="1">
            <a:off x="7203053" y="2316995"/>
            <a:ext cx="1778378" cy="724749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382ECC9-1C24-339E-CF5B-22976188B650}"/>
              </a:ext>
            </a:extLst>
          </p:cNvPr>
          <p:cNvSpPr txBox="1"/>
          <p:nvPr/>
        </p:nvSpPr>
        <p:spPr>
          <a:xfrm>
            <a:off x="9685574" y="1936515"/>
            <a:ext cx="572840" cy="38048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 wrap="none" lIns="36000" tIns="36000" rIns="36000" bIns="36000" rtlCol="0">
            <a:spAutoFit/>
          </a:bodyPr>
          <a:lstStyle/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lang="en-GB" sz="2000" dirty="0">
                <a:solidFill>
                  <a:schemeClr val="accent1"/>
                </a:solidFill>
              </a:rPr>
              <a:t>Axle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2EF49AE-B3B6-65FA-73E8-09AA7C918FC7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7203053" y="2316995"/>
            <a:ext cx="2768941" cy="724749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86194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08BA1-EA18-F768-5FB5-2BDEF8263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Recommended procedure for new 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CC587-4D3B-58D2-C291-2D57739FA3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748" y="1124744"/>
            <a:ext cx="11110915" cy="5193506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GB" dirty="0"/>
              <a:t>Implement the basic model as Python class, without reference to component-model</a:t>
            </a:r>
          </a:p>
          <a:p>
            <a:pPr lvl="1"/>
            <a:r>
              <a:rPr lang="en-GB" dirty="0"/>
              <a:t>Variables to be used as interface should be defined as model properties</a:t>
            </a:r>
          </a:p>
          <a:p>
            <a:pPr lvl="1"/>
            <a:r>
              <a:rPr lang="en-GB" dirty="0"/>
              <a:t>A model stepping function (stepping the model from current time for one time step) is expected</a:t>
            </a:r>
          </a:p>
          <a:p>
            <a:pPr lvl="1"/>
            <a:r>
              <a:rPr lang="en-GB" dirty="0"/>
              <a:t>If initialization for new simulation runs is needed, define that inside a separate function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Thoroughly test the basic model, demonstrating that it works according to spec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Implement the FMU packaging as separate class</a:t>
            </a:r>
          </a:p>
          <a:p>
            <a:pPr lvl="1"/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class &lt;basic-model&gt;FMU(Model, &lt;basic-model&gt;) #&lt;basic-model&gt;: name of the basic model class</a:t>
            </a:r>
          </a:p>
          <a:p>
            <a:pPr lvl="1"/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def __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__(self, …)</a:t>
            </a:r>
            <a:b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Model.__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__(self, …)</a:t>
            </a:r>
            <a:b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&lt;basic-model&gt;.__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__(self, …)</a:t>
            </a:r>
            <a:b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_&lt;var&gt; = Variable(self, &lt;var&gt;, …) #&lt;var&gt;: variable name, same as basic-model property name</a:t>
            </a:r>
            <a:b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…</a:t>
            </a:r>
          </a:p>
          <a:p>
            <a:pPr lvl="1"/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do_step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(self,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current_time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 float,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step_size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 float): # link stepping function to FMI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do_step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exit_initialization_mode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(self): # optional: link to initialization actions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>
                <a:cs typeface="Courier New" panose="02070309020205020404" pitchFamily="49" charset="0"/>
              </a:rPr>
              <a:t> Build the model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Model.build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(…))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>
                <a:cs typeface="Courier New" panose="02070309020205020404" pitchFamily="49" charset="0"/>
              </a:rPr>
              <a:t>Validate the resulting FMU (e.g. 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fmpy.validation.validate_fmu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 &lt;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fmu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-file-name&gt;)</a:t>
            </a:r>
            <a:r>
              <a:rPr lang="en-GB" dirty="0"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5EA905-2AD3-0D4D-2F97-DD578BA09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07366-CB75-4AA8-9E5B-928B849F427C}" type="slidenum">
              <a:rPr lang="en-GB" smtClean="0"/>
              <a:t>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905480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448A9-DEDE-4D66-C265-10E3F9F4A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 addition to model class: interface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7C8183-4200-C495-2D56-D87FE41A0C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Define interface according to FMU rules</a:t>
            </a:r>
          </a:p>
          <a:p>
            <a:pPr lvl="1"/>
            <a:r>
              <a:rPr lang="en-GB" dirty="0"/>
              <a:t>Parameters</a:t>
            </a:r>
          </a:p>
          <a:p>
            <a:pPr lvl="1"/>
            <a:r>
              <a:rPr lang="en-GB" dirty="0"/>
              <a:t>Input connectors</a:t>
            </a:r>
          </a:p>
          <a:p>
            <a:pPr lvl="1"/>
            <a:r>
              <a:rPr lang="en-GB" dirty="0"/>
              <a:t>Output connectors</a:t>
            </a:r>
          </a:p>
          <a:p>
            <a:pPr marL="0" indent="0">
              <a:buNone/>
            </a:pPr>
            <a:r>
              <a:rPr lang="en-GB" dirty="0"/>
              <a:t>for all these </a:t>
            </a:r>
          </a:p>
          <a:p>
            <a:pPr lvl="1"/>
            <a:r>
              <a:rPr lang="en-GB" dirty="0"/>
              <a:t>units can be defined (provide start value as string with units)</a:t>
            </a:r>
          </a:p>
          <a:p>
            <a:pPr lvl="1"/>
            <a:r>
              <a:rPr lang="en-GB" dirty="0"/>
              <a:t>range can be defined (lower and upper value)</a:t>
            </a:r>
          </a:p>
          <a:p>
            <a:pPr lvl="1"/>
            <a:r>
              <a:rPr lang="en-GB" dirty="0"/>
              <a:t>variables can be </a:t>
            </a:r>
            <a:r>
              <a:rPr lang="en-GB" dirty="0" err="1"/>
              <a:t>numpy</a:t>
            </a:r>
            <a:r>
              <a:rPr lang="en-GB" dirty="0"/>
              <a:t> vectors</a:t>
            </a:r>
          </a:p>
          <a:p>
            <a:pPr lvl="1"/>
            <a:r>
              <a:rPr lang="en-GB" dirty="0"/>
              <a:t>input derivatives (e.g. acceleration with respect to speed) defined as virtual interface variable  </a:t>
            </a:r>
          </a:p>
          <a:p>
            <a:pPr lvl="1"/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029F7D-1A1A-3F29-9176-BA26A3CFE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07366-CB75-4AA8-9E5B-928B849F427C}" type="slidenum">
              <a:rPr lang="en-GB" smtClean="0"/>
              <a:t>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537499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72DB6-B3EB-216A-C671-CE81F769B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definition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82A30-5ED4-10E3-C5F7-994C5A8227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710" y="1412776"/>
            <a:ext cx="11110914" cy="4635224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Variable(</a:t>
            </a:r>
          </a:p>
          <a:p>
            <a:pPr marL="0" indent="0">
              <a:buNone/>
            </a:pP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	self,</a:t>
            </a:r>
          </a:p>
          <a:p>
            <a:pPr marL="0" indent="0">
              <a:buNone/>
            </a:pP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name= "pos",</a:t>
            </a:r>
          </a:p>
          <a:p>
            <a:pPr marL="0" indent="0">
              <a:buNone/>
            </a:pP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description= "The 3D position of the ball [m] …",</a:t>
            </a:r>
          </a:p>
          <a:p>
            <a:pPr marL="0" indent="0">
              <a:buNone/>
            </a:pP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causality= "output",</a:t>
            </a:r>
          </a:p>
          <a:p>
            <a:pPr marL="0" indent="0">
              <a:buNone/>
            </a:pP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variability= "continuous",</a:t>
            </a:r>
          </a:p>
          <a:p>
            <a:pPr marL="0" indent="0">
              <a:buNone/>
            </a:pP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initial= "exact",</a:t>
            </a:r>
          </a:p>
          <a:p>
            <a:pPr marL="0" indent="0">
              <a:buNone/>
            </a:pP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start= ("1 m", "1 m", "1 inch"),</a:t>
            </a:r>
          </a:p>
          <a:p>
            <a:pPr marL="0" indent="0">
              <a:buNone/>
            </a:pP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rng</a:t>
            </a: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= ((0, "100 m"), None, (0, "10 m"))</a:t>
            </a:r>
          </a:p>
          <a:p>
            <a:pPr marL="0" indent="0">
              <a:buNone/>
            </a:pP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)</a:t>
            </a:r>
            <a:endParaRPr lang="en-GB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1A626D-2241-9059-5649-553024765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07366-CB75-4AA8-9E5B-928B849F427C}" type="slidenum">
              <a:rPr lang="en-GB" smtClean="0"/>
              <a:t>5</a:t>
            </a:fld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3E078B-37CF-33CC-51DE-0B09D4791B03}"/>
              </a:ext>
            </a:extLst>
          </p:cNvPr>
          <p:cNvSpPr txBox="1"/>
          <p:nvPr/>
        </p:nvSpPr>
        <p:spPr>
          <a:xfrm>
            <a:off x="4511824" y="1628800"/>
            <a:ext cx="3917739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lang="en-GB" sz="2000" dirty="0">
                <a:solidFill>
                  <a:schemeClr val="accent1"/>
                </a:solidFill>
                <a:highlight>
                  <a:srgbClr val="FFFF00"/>
                </a:highlight>
              </a:rPr>
              <a:t>The model is owner of the variable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7686DA2-77D7-22B0-43E2-247740E338C1}"/>
              </a:ext>
            </a:extLst>
          </p:cNvPr>
          <p:cNvCxnSpPr>
            <a:stCxn id="5" idx="1"/>
          </p:cNvCxnSpPr>
          <p:nvPr/>
        </p:nvCxnSpPr>
        <p:spPr>
          <a:xfrm flipH="1">
            <a:off x="2207568" y="1782689"/>
            <a:ext cx="2304256" cy="278159"/>
          </a:xfrm>
          <a:prstGeom prst="straightConnector1">
            <a:avLst/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2B2D9C3-0C22-64B2-15C5-185E1EBBD046}"/>
              </a:ext>
            </a:extLst>
          </p:cNvPr>
          <p:cNvSpPr txBox="1"/>
          <p:nvPr/>
        </p:nvSpPr>
        <p:spPr>
          <a:xfrm>
            <a:off x="5058581" y="2041103"/>
            <a:ext cx="5565754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lang="en-GB" sz="2000" dirty="0">
                <a:solidFill>
                  <a:schemeClr val="accent1"/>
                </a:solidFill>
                <a:highlight>
                  <a:srgbClr val="FFFF00"/>
                </a:highlight>
              </a:rPr>
              <a:t>The value is accessible as ‘</a:t>
            </a:r>
            <a:r>
              <a:rPr lang="en-GB" sz="2000" dirty="0" err="1">
                <a:solidFill>
                  <a:schemeClr val="accent1"/>
                </a:solidFill>
                <a:highlight>
                  <a:srgbClr val="FFFF00"/>
                </a:highlight>
              </a:rPr>
              <a:t>self.pos</a:t>
            </a:r>
            <a:r>
              <a:rPr lang="en-GB" sz="2000" dirty="0">
                <a:solidFill>
                  <a:schemeClr val="accent1"/>
                </a:solidFill>
                <a:highlight>
                  <a:srgbClr val="FFFF00"/>
                </a:highlight>
              </a:rPr>
              <a:t>’ inside model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C84579C-00CC-448C-B37B-EC93E23A9E12}"/>
              </a:ext>
            </a:extLst>
          </p:cNvPr>
          <p:cNvCxnSpPr>
            <a:cxnSpLocks/>
            <a:stCxn id="8" idx="1"/>
          </p:cNvCxnSpPr>
          <p:nvPr/>
        </p:nvCxnSpPr>
        <p:spPr>
          <a:xfrm flipH="1">
            <a:off x="3287688" y="2194992"/>
            <a:ext cx="1770893" cy="297904"/>
          </a:xfrm>
          <a:prstGeom prst="straightConnector1">
            <a:avLst/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89B31E7-070C-8C9B-2823-DF2D36C62966}"/>
              </a:ext>
            </a:extLst>
          </p:cNvPr>
          <p:cNvSpPr txBox="1"/>
          <p:nvPr/>
        </p:nvSpPr>
        <p:spPr>
          <a:xfrm>
            <a:off x="7032104" y="4290417"/>
            <a:ext cx="3747821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lang="en-GB" sz="2000" dirty="0">
                <a:solidFill>
                  <a:schemeClr val="accent1"/>
                </a:solidFill>
                <a:highlight>
                  <a:srgbClr val="FFFF00"/>
                </a:highlight>
              </a:rPr>
              <a:t>Position with units. z-axis in inch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202030-9F3B-DF9A-E07E-8C25AFFF6963}"/>
              </a:ext>
            </a:extLst>
          </p:cNvPr>
          <p:cNvSpPr txBox="1"/>
          <p:nvPr/>
        </p:nvSpPr>
        <p:spPr>
          <a:xfrm>
            <a:off x="7647917" y="4725144"/>
            <a:ext cx="4376711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lang="en-GB" sz="2000" dirty="0">
                <a:solidFill>
                  <a:schemeClr val="accent1"/>
                </a:solidFill>
                <a:highlight>
                  <a:srgbClr val="FFFF00"/>
                </a:highlight>
              </a:rPr>
              <a:t>Range of </a:t>
            </a:r>
            <a:r>
              <a:rPr lang="en-GB" sz="2000" dirty="0" err="1">
                <a:solidFill>
                  <a:schemeClr val="accent1"/>
                </a:solidFill>
                <a:highlight>
                  <a:srgbClr val="FFFF00"/>
                </a:highlight>
              </a:rPr>
              <a:t>components.y</a:t>
            </a:r>
            <a:r>
              <a:rPr lang="en-GB" sz="2000" dirty="0">
                <a:solidFill>
                  <a:schemeClr val="accent1"/>
                </a:solidFill>
                <a:highlight>
                  <a:srgbClr val="FFFF00"/>
                </a:highlight>
              </a:rPr>
              <a:t>-axis constant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67FA414-68F2-96C0-6DA5-AB44F3E8494B}"/>
              </a:ext>
            </a:extLst>
          </p:cNvPr>
          <p:cNvCxnSpPr>
            <a:cxnSpLocks/>
            <a:stCxn id="14" idx="1"/>
          </p:cNvCxnSpPr>
          <p:nvPr/>
        </p:nvCxnSpPr>
        <p:spPr>
          <a:xfrm flipH="1">
            <a:off x="7176120" y="4879033"/>
            <a:ext cx="471797" cy="280838"/>
          </a:xfrm>
          <a:prstGeom prst="straightConnector1">
            <a:avLst/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C14254D-37CD-2781-B360-191D03EA5F58}"/>
              </a:ext>
            </a:extLst>
          </p:cNvPr>
          <p:cNvCxnSpPr>
            <a:cxnSpLocks/>
            <a:stCxn id="13" idx="1"/>
          </p:cNvCxnSpPr>
          <p:nvPr/>
        </p:nvCxnSpPr>
        <p:spPr>
          <a:xfrm flipH="1">
            <a:off x="6157167" y="4444306"/>
            <a:ext cx="874937" cy="294307"/>
          </a:xfrm>
          <a:prstGeom prst="straightConnector1">
            <a:avLst/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26304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AC4EA-FDCA-696C-0273-C69C951DE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750" y="539750"/>
            <a:ext cx="11110914" cy="729010"/>
          </a:xfrm>
        </p:spPr>
        <p:txBody>
          <a:bodyPr/>
          <a:lstStyle/>
          <a:p>
            <a:r>
              <a:rPr lang="en-GB" dirty="0"/>
              <a:t>FMI flow within co-simulation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12BEF5-C7CA-0E56-9839-81BF9A68B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07366-CB75-4AA8-9E5B-928B849F427C}" type="slidenum">
              <a:rPr lang="en-GB" smtClean="0"/>
              <a:t>6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50F8649-86A2-5CB0-E7C6-FE63BBFF50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9028" y="0"/>
            <a:ext cx="5699799" cy="631825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3DAA08B-64E8-14B5-34B3-602144AB1E20}"/>
              </a:ext>
            </a:extLst>
          </p:cNvPr>
          <p:cNvSpPr txBox="1"/>
          <p:nvPr/>
        </p:nvSpPr>
        <p:spPr>
          <a:xfrm>
            <a:off x="191345" y="1055589"/>
            <a:ext cx="4536504" cy="600164"/>
          </a:xfrm>
          <a:prstGeom prst="rect">
            <a:avLst/>
          </a:prstGeom>
          <a:solidFill>
            <a:srgbClr val="FFFF00"/>
          </a:solidFill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lang="en-GB" sz="2000" dirty="0" err="1">
                <a:solidFill>
                  <a:schemeClr val="accent1"/>
                </a:solidFill>
                <a:highlight>
                  <a:srgbClr val="FFFF00"/>
                </a:highlight>
              </a:rPr>
              <a:t>setup_experiment</a:t>
            </a:r>
            <a:r>
              <a:rPr lang="en-GB" sz="1400" dirty="0">
                <a:solidFill>
                  <a:schemeClr val="accent1"/>
                </a:solidFill>
                <a:highlight>
                  <a:srgbClr val="FFFF00"/>
                </a:highlight>
              </a:rPr>
              <a:t>(</a:t>
            </a:r>
            <a:r>
              <a:rPr lang="en-GB" sz="1400" dirty="0" err="1">
                <a:solidFill>
                  <a:schemeClr val="accent1"/>
                </a:solidFill>
                <a:highlight>
                  <a:srgbClr val="FFFF00"/>
                </a:highlight>
              </a:rPr>
              <a:t>start_time</a:t>
            </a:r>
            <a:r>
              <a:rPr lang="en-GB" sz="1400" dirty="0">
                <a:solidFill>
                  <a:schemeClr val="accent1"/>
                </a:solidFill>
                <a:highlight>
                  <a:srgbClr val="FFFF00"/>
                </a:highlight>
              </a:rPr>
              <a:t>): model instantiated.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lang="en-GB" sz="1400" dirty="0">
                <a:solidFill>
                  <a:schemeClr val="accent1"/>
                </a:solidFill>
                <a:highlight>
                  <a:srgbClr val="FFFF00"/>
                </a:highlight>
              </a:rPr>
              <a:t>Internal states can be set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DD9800-0B30-C355-A526-484AFB494932}"/>
              </a:ext>
            </a:extLst>
          </p:cNvPr>
          <p:cNvSpPr txBox="1"/>
          <p:nvPr/>
        </p:nvSpPr>
        <p:spPr>
          <a:xfrm>
            <a:off x="191344" y="1700808"/>
            <a:ext cx="5257337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lang="en-GB" sz="2000" dirty="0" err="1">
                <a:solidFill>
                  <a:schemeClr val="accent1"/>
                </a:solidFill>
                <a:highlight>
                  <a:srgbClr val="FFFF00"/>
                </a:highlight>
              </a:rPr>
              <a:t>enter_initialization_mode</a:t>
            </a:r>
            <a:r>
              <a:rPr lang="en-GB" sz="1400" dirty="0">
                <a:solidFill>
                  <a:schemeClr val="accent1"/>
                </a:solidFill>
                <a:highlight>
                  <a:srgbClr val="FFFF00"/>
                </a:highlight>
              </a:rPr>
              <a:t>(): Variables not yet initialized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738E55-2D3B-3480-C1A2-15340295D41E}"/>
              </a:ext>
            </a:extLst>
          </p:cNvPr>
          <p:cNvSpPr txBox="1"/>
          <p:nvPr/>
        </p:nvSpPr>
        <p:spPr>
          <a:xfrm>
            <a:off x="191345" y="2110255"/>
            <a:ext cx="6197401" cy="523220"/>
          </a:xfrm>
          <a:prstGeom prst="rect">
            <a:avLst/>
          </a:prstGeom>
          <a:solidFill>
            <a:srgbClr val="FFFF00"/>
          </a:solidFill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lang="en-GB" sz="2000" dirty="0" err="1">
                <a:solidFill>
                  <a:schemeClr val="accent1"/>
                </a:solidFill>
                <a:highlight>
                  <a:srgbClr val="FFFF00"/>
                </a:highlight>
              </a:rPr>
              <a:t>exit_initialization_mode</a:t>
            </a:r>
            <a:r>
              <a:rPr lang="en-GB" sz="1400" dirty="0">
                <a:solidFill>
                  <a:schemeClr val="accent1"/>
                </a:solidFill>
                <a:highlight>
                  <a:srgbClr val="FFFF00"/>
                </a:highlight>
              </a:rPr>
              <a:t>():</a:t>
            </a:r>
            <a:r>
              <a:rPr lang="en-GB" sz="2000" dirty="0">
                <a:solidFill>
                  <a:schemeClr val="accent1"/>
                </a:solidFill>
                <a:highlight>
                  <a:srgbClr val="FFFF00"/>
                </a:highlight>
              </a:rPr>
              <a:t> </a:t>
            </a:r>
            <a:r>
              <a:rPr lang="en-GB" sz="1400" dirty="0">
                <a:solidFill>
                  <a:schemeClr val="accent1"/>
                </a:solidFill>
                <a:highlight>
                  <a:srgbClr val="FFFF00"/>
                </a:highlight>
              </a:rPr>
              <a:t>Variables initialized (initial=‘exact’ or ‘approx.’. Internal states  dependent on these can be calculated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11EB6D4-E5FE-BCBF-20A1-9586648C9B21}"/>
              </a:ext>
            </a:extLst>
          </p:cNvPr>
          <p:cNvSpPr txBox="1"/>
          <p:nvPr/>
        </p:nvSpPr>
        <p:spPr>
          <a:xfrm>
            <a:off x="198024" y="2706562"/>
            <a:ext cx="5491503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lang="en-GB" sz="2000" dirty="0" err="1">
                <a:solidFill>
                  <a:schemeClr val="accent1"/>
                </a:solidFill>
                <a:highlight>
                  <a:srgbClr val="FFFF00"/>
                </a:highlight>
              </a:rPr>
              <a:t>do_step</a:t>
            </a:r>
            <a:r>
              <a:rPr lang="en-GB" sz="1400" dirty="0">
                <a:solidFill>
                  <a:schemeClr val="accent1"/>
                </a:solidFill>
                <a:highlight>
                  <a:srgbClr val="FFFF00"/>
                </a:highlight>
              </a:rPr>
              <a:t>(</a:t>
            </a:r>
            <a:r>
              <a:rPr lang="en-GB" sz="1400" dirty="0" err="1">
                <a:solidFill>
                  <a:schemeClr val="accent1"/>
                </a:solidFill>
                <a:highlight>
                  <a:srgbClr val="FFFF00"/>
                </a:highlight>
              </a:rPr>
              <a:t>time,step_size</a:t>
            </a:r>
            <a:r>
              <a:rPr lang="en-GB" sz="1400" dirty="0">
                <a:solidFill>
                  <a:schemeClr val="accent1"/>
                </a:solidFill>
                <a:highlight>
                  <a:srgbClr val="FFFF00"/>
                </a:highlight>
              </a:rPr>
              <a:t>): The inner loop of the model. !return True!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8C5BB7-9A02-E169-DDDF-82ABE936FBC7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4727849" y="1268760"/>
            <a:ext cx="2160239" cy="86911"/>
          </a:xfrm>
          <a:prstGeom prst="straightConnector1">
            <a:avLst/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B049CE6-B599-0ABB-BAEA-01FBF22AD108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448681" y="1355671"/>
            <a:ext cx="3527639" cy="499026"/>
          </a:xfrm>
          <a:prstGeom prst="straightConnector1">
            <a:avLst/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F1C793C-E401-7FA8-9195-9DE6D3285498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6388746" y="2110255"/>
            <a:ext cx="2587574" cy="261610"/>
          </a:xfrm>
          <a:prstGeom prst="straightConnector1">
            <a:avLst/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F497DC0-1832-BDC3-260F-71AE59781CE0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5689527" y="2860451"/>
            <a:ext cx="1270569" cy="0"/>
          </a:xfrm>
          <a:prstGeom prst="straightConnector1">
            <a:avLst/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586CCBFF-67FC-0E1A-89F2-A5C718AFD291}"/>
              </a:ext>
            </a:extLst>
          </p:cNvPr>
          <p:cNvSpPr txBox="1"/>
          <p:nvPr/>
        </p:nvSpPr>
        <p:spPr>
          <a:xfrm>
            <a:off x="191344" y="3121223"/>
            <a:ext cx="4623958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lang="en-GB" sz="2000" dirty="0">
                <a:solidFill>
                  <a:schemeClr val="accent1"/>
                </a:solidFill>
                <a:highlight>
                  <a:srgbClr val="FFFF00"/>
                </a:highlight>
              </a:rPr>
              <a:t>terminate</a:t>
            </a:r>
            <a:r>
              <a:rPr lang="en-GB" sz="1400" dirty="0">
                <a:solidFill>
                  <a:schemeClr val="accent1"/>
                </a:solidFill>
                <a:highlight>
                  <a:srgbClr val="FFFF00"/>
                </a:highlight>
              </a:rPr>
              <a:t>(): Terminates the model. Normally left alone.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D809295-AEFA-4165-699C-6700F06451CD}"/>
              </a:ext>
            </a:extLst>
          </p:cNvPr>
          <p:cNvCxnSpPr>
            <a:cxnSpLocks/>
            <a:stCxn id="27" idx="3"/>
          </p:cNvCxnSpPr>
          <p:nvPr/>
        </p:nvCxnSpPr>
        <p:spPr>
          <a:xfrm>
            <a:off x="4815302" y="3275112"/>
            <a:ext cx="2720858" cy="513928"/>
          </a:xfrm>
          <a:prstGeom prst="straightConnector1">
            <a:avLst/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04520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487CC-AA82-FEBC-92E8-C9CEAB633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Full Variable </a:t>
            </a:r>
            <a:r>
              <a:rPr lang="en-GB"/>
              <a:t>instantiation options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BFACAD-406D-6D34-12EC-3B58B7D89F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749" y="1730376"/>
            <a:ext cx="11110914" cy="4587874"/>
          </a:xfrm>
        </p:spPr>
        <p:txBody>
          <a:bodyPr/>
          <a:lstStyle/>
          <a:p>
            <a:pPr marL="0" indent="0">
              <a:lnSpc>
                <a:spcPts val="2200"/>
              </a:lnSpc>
              <a:spcBef>
                <a:spcPts val="0"/>
              </a:spcBef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Variable( model,                                # Variable owned by model</a:t>
            </a:r>
          </a:p>
          <a:p>
            <a:pPr marL="0" indent="0">
              <a:lnSpc>
                <a:spcPts val="2200"/>
              </a:lnSpc>
              <a:spcBef>
                <a:spcPts val="0"/>
              </a:spcBef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name: str,                            # Unique name within model</a:t>
            </a:r>
          </a:p>
          <a:p>
            <a:pPr marL="0" indent="0">
              <a:lnSpc>
                <a:spcPts val="2200"/>
              </a:lnSpc>
              <a:spcBef>
                <a:spcPts val="0"/>
              </a:spcBef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description: str = "",                # Optional but highly recommended</a:t>
            </a:r>
          </a:p>
          <a:p>
            <a:pPr marL="0" indent="0">
              <a:lnSpc>
                <a:spcPts val="2200"/>
              </a:lnSpc>
              <a:spcBef>
                <a:spcPts val="0"/>
              </a:spcBef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causality: str | None = "parameter",  # parameter,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calculatedParameter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input, output, local</a:t>
            </a:r>
          </a:p>
          <a:p>
            <a:pPr marL="0" indent="0">
              <a:lnSpc>
                <a:spcPts val="2200"/>
              </a:lnSpc>
              <a:spcBef>
                <a:spcPts val="0"/>
              </a:spcBef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variability: str | None = "fixed",    # constant, fixed,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tunable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discrete, continuous</a:t>
            </a:r>
          </a:p>
          <a:p>
            <a:pPr marL="0" indent="0">
              <a:lnSpc>
                <a:spcPts val="2200"/>
              </a:lnSpc>
              <a:spcBef>
                <a:spcPts val="0"/>
              </a:spcBef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initial: str | None = None,           # see fmi2, 2.2.7. -, exact,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approx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calculated</a:t>
            </a:r>
          </a:p>
          <a:p>
            <a:pPr marL="0" indent="0">
              <a:lnSpc>
                <a:spcPts val="2200"/>
              </a:lnSpc>
              <a:spcBef>
                <a:spcPts val="0"/>
              </a:spcBef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typ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 type | None = None,              # explicit component type (necessary for int and str)</a:t>
            </a:r>
          </a:p>
          <a:p>
            <a:pPr marL="0" indent="0">
              <a:lnSpc>
                <a:spcPts val="2200"/>
              </a:lnSpc>
              <a:spcBef>
                <a:spcPts val="0"/>
              </a:spcBef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start = None,                         # initial value (with units, as str)</a:t>
            </a:r>
          </a:p>
          <a:p>
            <a:pPr marL="0" indent="0">
              <a:lnSpc>
                <a:spcPts val="2200"/>
              </a:lnSpc>
              <a:spcBef>
                <a:spcPts val="0"/>
              </a:spcBef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rng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 tuple | None = tuple(),          # optional range ((lower, upper), )</a:t>
            </a:r>
          </a:p>
          <a:p>
            <a:pPr marL="0" indent="0">
              <a:lnSpc>
                <a:spcPts val="2200"/>
              </a:lnSpc>
              <a:spcBef>
                <a:spcPts val="0"/>
              </a:spcBef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annotations: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| None = None,      # optional annotations as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2200"/>
              </a:lnSpc>
              <a:spcBef>
                <a:spcPts val="0"/>
              </a:spcBef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value_check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 Check =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Check.all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      #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Check.r_none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to deactivate range check</a:t>
            </a:r>
          </a:p>
          <a:p>
            <a:pPr marL="0" indent="0">
              <a:lnSpc>
                <a:spcPts val="2200"/>
              </a:lnSpc>
              <a:spcBef>
                <a:spcPts val="0"/>
              </a:spcBef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on_step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 Callable | None = None,      # optional function (time,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step_size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called @do_step()</a:t>
            </a:r>
          </a:p>
          <a:p>
            <a:pPr marL="0" indent="0">
              <a:lnSpc>
                <a:spcPts val="2200"/>
              </a:lnSpc>
              <a:spcBef>
                <a:spcPts val="0"/>
              </a:spcBef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on_set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 Callable | None = None,       # optional function (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called with changed value</a:t>
            </a:r>
          </a:p>
          <a:p>
            <a:pPr marL="0" indent="0">
              <a:lnSpc>
                <a:spcPts val="2200"/>
              </a:lnSpc>
              <a:spcBef>
                <a:spcPts val="0"/>
              </a:spcBef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owner: Any | None = None,             # optional owner other than model, e.g. sub-model-unit</a:t>
            </a:r>
          </a:p>
          <a:p>
            <a:pPr marL="0" indent="0">
              <a:lnSpc>
                <a:spcPts val="2200"/>
              </a:lnSpc>
              <a:spcBef>
                <a:spcPts val="0"/>
              </a:spcBef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value_reference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 int | None = None    # optional manual setting. Unique! Careful!</a:t>
            </a:r>
          </a:p>
          <a:p>
            <a:pPr marL="0" indent="0">
              <a:lnSpc>
                <a:spcPts val="2200"/>
              </a:lnSpc>
              <a:spcBef>
                <a:spcPts val="0"/>
              </a:spcBef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C186D-2D87-81F7-3DBB-26881080E3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07366-CB75-4AA8-9E5B-928B849F427C}" type="slidenum">
              <a:rPr lang="en-GB" smtClean="0"/>
              <a:t>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897487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3336C63-3370-40CC-A68B-A5A381041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component-model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18D4F6-1197-4C74-8A1A-A927165EB24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A python package on top of </a:t>
            </a:r>
            <a:r>
              <a:rPr lang="en-GB" dirty="0" err="1"/>
              <a:t>PythonFMU</a:t>
            </a:r>
            <a:r>
              <a:rPr lang="en-GB" dirty="0"/>
              <a:t> for easy construction of FMUs based on python models</a:t>
            </a:r>
          </a:p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0B726E-FB32-4BE7-A175-AA81ADFB3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40000" y="6440400"/>
            <a:ext cx="266400" cy="151200"/>
          </a:xfrm>
        </p:spPr>
        <p:txBody>
          <a:bodyPr/>
          <a:lstStyle/>
          <a:p>
            <a:fld id="{5BA07366-CB75-4AA8-9E5B-928B849F427C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DBFE0E5-DD38-4845-9DD7-71DAD8FBEA8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GB" dirty="0">
                <a:hlinkClick r:id="rId3"/>
              </a:rPr>
              <a:t>Siegfried.Eisinger@DNV.com</a:t>
            </a:r>
            <a:r>
              <a:rPr lang="en-GB" dirty="0"/>
              <a:t>, </a:t>
            </a:r>
            <a:r>
              <a:rPr lang="pt-BR">
                <a:hlinkClick r:id="rId4"/>
              </a:rPr>
              <a:t>Jorge</a:t>
            </a:r>
            <a:r>
              <a:rPr lang="pt-BR" dirty="0">
                <a:hlinkClick r:id="rId4"/>
              </a:rPr>
              <a:t>.Luis.Mendez@DNV</a:t>
            </a:r>
            <a:r>
              <a:rPr lang="pt-BR">
                <a:hlinkClick r:id="rId4"/>
              </a:rPr>
              <a:t>.com</a:t>
            </a:r>
            <a:r>
              <a:rPr lang="pt-BR"/>
              <a:t> and </a:t>
            </a:r>
            <a:r>
              <a:rPr lang="pt-BR">
                <a:hlinkClick r:id="rId5"/>
              </a:rPr>
              <a:t>Claas.Rostock@DNV.com</a:t>
            </a:r>
            <a:endParaRPr lang="pt-BR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490AC70-B994-482E-B2B8-084B5E9200E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272022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[SUBGRID]" val="[SubGrid]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[SUBGRID]" val="[SubGrid]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[SUBGRID]" val="[SubGrid]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[SUBGRID]" val="[SubGrid]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[SUBGRID]" val="[SubGrid]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[SUBGRID]" val="[SubGrid]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[SUBGRID]" val="[SubGrid]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[SUBGRID]" val="[SubGrid]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[SUBGRID]" val="[SubGrid]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[SUBGRID]" val="[SubGrid]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[SUBGRID]" val="[SubGrid]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[SUBGRID]" val="[SubGrid]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[SUBGRID]" val="[SubGrid]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[SUBGRID]" val="[SubGrid]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[SUBGRID]" val="[SubGrid]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[SUBGRID]" val="[SubGrid]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[SUBGRID]" val="[SubGrid]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[SUBGRID]" val="[SubGrid]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[SUBGRID]" val="[SubGrid]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[SUBGRID]" val="[SubGrid]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[SUBGRID]" val="[SubGrid]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[SUBGRID]" val="[SubGrid]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[SUBGRID]" val="[SubGrid]"/>
</p:tagLst>
</file>

<file path=ppt/theme/theme1.xml><?xml version="1.0" encoding="utf-8"?>
<a:theme xmlns:a="http://schemas.openxmlformats.org/drawingml/2006/main" name="DNV">
  <a:themeElements>
    <a:clrScheme name="DNV PP">
      <a:dk1>
        <a:srgbClr val="000000"/>
      </a:dk1>
      <a:lt1>
        <a:srgbClr val="FFFFFF"/>
      </a:lt1>
      <a:dk2>
        <a:srgbClr val="0F204B"/>
      </a:dk2>
      <a:lt2>
        <a:srgbClr val="F4F3EF"/>
      </a:lt2>
      <a:accent1>
        <a:srgbClr val="0F204B"/>
      </a:accent1>
      <a:accent2>
        <a:srgbClr val="99D9F0"/>
      </a:accent2>
      <a:accent3>
        <a:srgbClr val="003591"/>
      </a:accent3>
      <a:accent4>
        <a:srgbClr val="009FDA"/>
      </a:accent4>
      <a:accent5>
        <a:srgbClr val="91FFB4"/>
      </a:accent5>
      <a:accent6>
        <a:srgbClr val="3F9C35"/>
      </a:accent6>
      <a:hlink>
        <a:srgbClr val="009FDA"/>
      </a:hlink>
      <a:folHlink>
        <a:srgbClr val="3F9C35"/>
      </a:folHlink>
    </a:clrScheme>
    <a:fontScheme name="DNV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9525">
          <a:solidFill>
            <a:schemeClr val="accent1"/>
          </a:solidFill>
        </a:ln>
      </a:spPr>
      <a:bodyPr rtlCol="0" anchor="ctr"/>
      <a:lstStyle>
        <a:defPPr algn="ctr">
          <a:lnSpc>
            <a:spcPct val="100000"/>
          </a:lnSpc>
          <a:spcBef>
            <a:spcPts val="600"/>
          </a:spcBef>
          <a:defRPr sz="200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lnSpc>
            <a:spcPct val="100000"/>
          </a:lnSpc>
          <a:spcBef>
            <a:spcPts val="600"/>
          </a:spcBef>
          <a:defRPr sz="2000" dirty="0" err="1" smtClean="0">
            <a:solidFill>
              <a:schemeClr val="accent1"/>
            </a:solidFill>
          </a:defRPr>
        </a:defPPr>
      </a:lstStyle>
    </a:txDef>
  </a:objectDefaults>
  <a:extraClrSchemeLst/>
  <a:custClrLst>
    <a:custClr name="Pine forest">
      <a:srgbClr val="2B6173"/>
    </a:custClr>
    <a:custClr name="Earth">
      <a:srgbClr val="F2E6D5"/>
    </a:custClr>
    <a:custClr name="Eucalyptus">
      <a:srgbClr val="15C2BB"/>
    </a:custClr>
    <a:custClr name="Sunflower">
      <a:srgbClr val="FFF377"/>
    </a:custClr>
    <a:custClr name="Lavender">
      <a:srgbClr val="A1AAE6"/>
    </a:custClr>
    <a:custClr name="Energy Red">
      <a:srgbClr val="EB2A34"/>
    </a:custClr>
    <a:custClr name="Sandstone">
      <a:srgbClr val="CCCBC9"/>
    </a:custClr>
    <a:custClr name="Terracotta">
      <a:srgbClr val="B56700"/>
    </a:custClr>
    <a:custClr name="Warm grey">
      <a:srgbClr val="988F86"/>
    </a:custClr>
  </a:custClrLst>
  <a:extLst>
    <a:ext uri="{05A4C25C-085E-4340-85A3-A5531E510DB2}">
      <thm15:themeFamily xmlns:thm15="http://schemas.microsoft.com/office/thememl/2012/main" name="Blank.potx" id="{462ADBFF-273A-4567-B294-D5011C0B512B}" vid="{1EFF4E61-7111-49E7-B341-7E4FF95B340F}"/>
    </a:ext>
  </a:extLst>
</a:theme>
</file>

<file path=ppt/theme/theme2.xml><?xml version="1.0" encoding="utf-8"?>
<a:theme xmlns:a="http://schemas.openxmlformats.org/drawingml/2006/main" name="Office Theme">
  <a:themeElements>
    <a:clrScheme name="DNV PP">
      <a:dk1>
        <a:srgbClr val="000000"/>
      </a:dk1>
      <a:lt1>
        <a:srgbClr val="FFFFFF"/>
      </a:lt1>
      <a:dk2>
        <a:srgbClr val="0F204B"/>
      </a:dk2>
      <a:lt2>
        <a:srgbClr val="F4F3EF"/>
      </a:lt2>
      <a:accent1>
        <a:srgbClr val="0F204B"/>
      </a:accent1>
      <a:accent2>
        <a:srgbClr val="99D9F0"/>
      </a:accent2>
      <a:accent3>
        <a:srgbClr val="003591"/>
      </a:accent3>
      <a:accent4>
        <a:srgbClr val="009FDA"/>
      </a:accent4>
      <a:accent5>
        <a:srgbClr val="91FFB4"/>
      </a:accent5>
      <a:accent6>
        <a:srgbClr val="3F9C35"/>
      </a:accent6>
      <a:hlink>
        <a:srgbClr val="009FDA"/>
      </a:hlink>
      <a:folHlink>
        <a:srgbClr val="3F9C35"/>
      </a:folHlink>
    </a:clrScheme>
    <a:fontScheme name="DNV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custClrLst>
    <a:custClr name="Pine forest">
      <a:srgbClr val="2B6173"/>
    </a:custClr>
    <a:custClr name="Earth">
      <a:srgbClr val="F2E6D5"/>
    </a:custClr>
    <a:custClr name="Eucalyptus">
      <a:srgbClr val="15C2BB"/>
    </a:custClr>
    <a:custClr name="Sunflower">
      <a:srgbClr val="FFF377"/>
    </a:custClr>
    <a:custClr name="Lavender">
      <a:srgbClr val="A1AAE6"/>
    </a:custClr>
    <a:custClr name="Energy Red">
      <a:srgbClr val="EB2A34"/>
    </a:custClr>
    <a:custClr name="Sandstone">
      <a:srgbClr val="CCCBC9"/>
    </a:custClr>
    <a:custClr name="Terracotta">
      <a:srgbClr val="B56700"/>
    </a:custClr>
    <a:custClr name="Warm grey">
      <a:srgbClr val="988F86"/>
    </a:custClr>
  </a:custClrLst>
</a:theme>
</file>

<file path=ppt/theme/theme3.xml><?xml version="1.0" encoding="utf-8"?>
<a:theme xmlns:a="http://schemas.openxmlformats.org/drawingml/2006/main" name="Office Theme">
  <a:themeElements>
    <a:clrScheme name="DNV PP">
      <a:dk1>
        <a:srgbClr val="000000"/>
      </a:dk1>
      <a:lt1>
        <a:srgbClr val="FFFFFF"/>
      </a:lt1>
      <a:dk2>
        <a:srgbClr val="0F204B"/>
      </a:dk2>
      <a:lt2>
        <a:srgbClr val="F4F3EF"/>
      </a:lt2>
      <a:accent1>
        <a:srgbClr val="0F204B"/>
      </a:accent1>
      <a:accent2>
        <a:srgbClr val="99D9F0"/>
      </a:accent2>
      <a:accent3>
        <a:srgbClr val="003591"/>
      </a:accent3>
      <a:accent4>
        <a:srgbClr val="009FDA"/>
      </a:accent4>
      <a:accent5>
        <a:srgbClr val="91FFB4"/>
      </a:accent5>
      <a:accent6>
        <a:srgbClr val="3F9C35"/>
      </a:accent6>
      <a:hlink>
        <a:srgbClr val="009FDA"/>
      </a:hlink>
      <a:folHlink>
        <a:srgbClr val="3F9C35"/>
      </a:folHlink>
    </a:clrScheme>
    <a:fontScheme name="DNV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1885</TotalTime>
  <Words>912</Words>
  <Application>Microsoft Office PowerPoint</Application>
  <PresentationFormat>Widescreen</PresentationFormat>
  <Paragraphs>105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ＭＳ Ｐゴシック</vt:lpstr>
      <vt:lpstr>Arial</vt:lpstr>
      <vt:lpstr>Cascadia Mono</vt:lpstr>
      <vt:lpstr>Courier New</vt:lpstr>
      <vt:lpstr>DNV</vt:lpstr>
      <vt:lpstr>component-model</vt:lpstr>
      <vt:lpstr>PythonFMU++  a quick and nice way to construct FMUs</vt:lpstr>
      <vt:lpstr>Recommended procedure for new component</vt:lpstr>
      <vt:lpstr>In addition to model class: interface</vt:lpstr>
      <vt:lpstr>Variable definition example</vt:lpstr>
      <vt:lpstr>FMI flow within co-simulation</vt:lpstr>
      <vt:lpstr>Full Variable instantiation options</vt:lpstr>
      <vt:lpstr>component-model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Supporting OSP</dc:title>
  <dc:creator>Eisinger, Siegfried</dc:creator>
  <cp:lastModifiedBy>Eisinger, Siegfried</cp:lastModifiedBy>
  <cp:revision>27</cp:revision>
  <dcterms:created xsi:type="dcterms:W3CDTF">2024-04-24T06:20:01Z</dcterms:created>
  <dcterms:modified xsi:type="dcterms:W3CDTF">2025-05-30T09:54:59Z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 by">
    <vt:lpwstr>www.skabelondesign.dk</vt:lpwstr>
  </property>
  <property fmtid="{D5CDD505-2E9C-101B-9397-08002B2CF9AE}" pid="3" name="DocumentInfoFinished">
    <vt:lpwstr>True</vt:lpwstr>
  </property>
  <property fmtid="{D5CDD505-2E9C-101B-9397-08002B2CF9AE}" pid="4" name="SD_DocumentLanguage">
    <vt:lpwstr>en-GB</vt:lpwstr>
  </property>
  <property fmtid="{D5CDD505-2E9C-101B-9397-08002B2CF9AE}" pid="5" name="SD_DocumentLanguageString">
    <vt:lpwstr>English (United Kingdom)</vt:lpwstr>
  </property>
  <property fmtid="{D5CDD505-2E9C-101B-9397-08002B2CF9AE}" pid="6" name="sdDocumentDate">
    <vt:lpwstr>45406</vt:lpwstr>
  </property>
  <property fmtid="{D5CDD505-2E9C-101B-9397-08002B2CF9AE}" pid="7" name="sdDocumentDateFormat">
    <vt:lpwstr>en-GB:dd MMMM yyyy</vt:lpwstr>
  </property>
  <property fmtid="{D5CDD505-2E9C-101B-9397-08002B2CF9AE}" pid="8" name="SD_UserprofileName">
    <vt:lpwstr/>
  </property>
  <property fmtid="{D5CDD505-2E9C-101B-9397-08002B2CF9AE}" pid="9" name="MSIP_Label_48141450-2387-4aca-b41f-19cd6be9dd3c_Enabled">
    <vt:lpwstr>true</vt:lpwstr>
  </property>
  <property fmtid="{D5CDD505-2E9C-101B-9397-08002B2CF9AE}" pid="10" name="MSIP_Label_48141450-2387-4aca-b41f-19cd6be9dd3c_SetDate">
    <vt:lpwstr>2024-04-24T06:39:29Z</vt:lpwstr>
  </property>
  <property fmtid="{D5CDD505-2E9C-101B-9397-08002B2CF9AE}" pid="11" name="MSIP_Label_48141450-2387-4aca-b41f-19cd6be9dd3c_Method">
    <vt:lpwstr>Standard</vt:lpwstr>
  </property>
  <property fmtid="{D5CDD505-2E9C-101B-9397-08002B2CF9AE}" pid="12" name="MSIP_Label_48141450-2387-4aca-b41f-19cd6be9dd3c_Name">
    <vt:lpwstr>Restricted_Unprotected</vt:lpwstr>
  </property>
  <property fmtid="{D5CDD505-2E9C-101B-9397-08002B2CF9AE}" pid="13" name="MSIP_Label_48141450-2387-4aca-b41f-19cd6be9dd3c_SiteId">
    <vt:lpwstr>adf10e2b-b6e9-41d6-be2f-c12bb566019c</vt:lpwstr>
  </property>
  <property fmtid="{D5CDD505-2E9C-101B-9397-08002B2CF9AE}" pid="14" name="MSIP_Label_48141450-2387-4aca-b41f-19cd6be9dd3c_ActionId">
    <vt:lpwstr>e8019fd4-2371-45c6-a8d3-db2e7328fdc8</vt:lpwstr>
  </property>
  <property fmtid="{D5CDD505-2E9C-101B-9397-08002B2CF9AE}" pid="15" name="MSIP_Label_48141450-2387-4aca-b41f-19cd6be9dd3c_ContentBits">
    <vt:lpwstr>0</vt:lpwstr>
  </property>
</Properties>
</file>